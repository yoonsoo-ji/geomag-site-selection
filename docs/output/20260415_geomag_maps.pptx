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F6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omag_dec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7772400" cy="7494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457200"/>
            <a:ext cx="3474720" cy="64008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1800" b="1" spc="-60">
                <a:solidFill>
                  <a:srgbClr val="1A1917"/>
                </a:solidFill>
                <a:latin typeface="Inter"/>
              </a:rPr>
              <a:t>자침편차량 (편각) 분포도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1234440"/>
            <a:ext cx="3474720" cy="73152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1100" b="0">
                <a:solidFill>
                  <a:srgbClr val="615D59"/>
                </a:solidFill>
                <a:latin typeface="Inter"/>
              </a:rPr>
              <a:t>국내 관측망 32개소 실측 편각값 기반 RBF 보간 · 2022~2024년 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309360"/>
            <a:ext cx="3474720" cy="36576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900" b="0">
                <a:solidFill>
                  <a:srgbClr val="A39E98"/>
                </a:solidFill>
                <a:latin typeface="Inter"/>
              </a:rPr>
              <a:t>자료: 공간정보연구원 지자기측량 성과 (2022~2025)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F6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omag_tot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7772400" cy="75017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457200"/>
            <a:ext cx="3474720" cy="64008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1800" b="1" spc="-60">
                <a:solidFill>
                  <a:srgbClr val="1A1917"/>
                </a:solidFill>
                <a:latin typeface="Inter"/>
              </a:rPr>
              <a:t>총자력 (F값) 분포도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1234440"/>
            <a:ext cx="3474720" cy="73152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1100" b="0">
                <a:solidFill>
                  <a:srgbClr val="615D59"/>
                </a:solidFill>
                <a:latin typeface="Inter"/>
              </a:rPr>
              <a:t>국내 관측망 31개소 실측 총자력값 기반 RBF 보간 · 단위: 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309360"/>
            <a:ext cx="3474720" cy="36576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900" b="0">
                <a:solidFill>
                  <a:srgbClr val="A39E98"/>
                </a:solidFill>
                <a:latin typeface="Inter"/>
              </a:rPr>
              <a:t>자료: 공간정보연구원 지자기측량 성과 (2022~2025)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F6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omag_anomal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7772400" cy="75017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457200"/>
            <a:ext cx="3474720" cy="64008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1800" b="1" spc="-60">
                <a:solidFill>
                  <a:srgbClr val="1A1917"/>
                </a:solidFill>
                <a:latin typeface="Inter"/>
              </a:rPr>
              <a:t>자기이상 분포도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1234440"/>
            <a:ext cx="3474720" cy="73152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1100" b="0">
                <a:solidFill>
                  <a:srgbClr val="615D59"/>
                </a:solidFill>
                <a:latin typeface="Inter"/>
              </a:rPr>
              <a:t>KIGAM 수치자력이상도 데이터 (1982~2018) 기반 · 단위: 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309360"/>
            <a:ext cx="3474720" cy="36576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900" b="0">
                <a:solidFill>
                  <a:srgbClr val="A39E98"/>
                </a:solidFill>
                <a:latin typeface="Inter"/>
              </a:rPr>
              <a:t>자료: 공간정보연구원 지자기측량 성과 (2022~2025)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2000" b="1" spc="-70">
                <a:solidFill>
                  <a:srgbClr val="1A1917"/>
                </a:solidFill>
                <a:latin typeface="Inter"/>
              </a:rPr>
              <a:t>국가 지자기 성과물 예시 (3종)</a:t>
            </a:r>
          </a:p>
        </p:txBody>
      </p:sp>
      <p:pic>
        <p:nvPicPr>
          <p:cNvPr id="3" name="Picture 2" descr="geomag_combined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11795760" cy="47107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insT="0" insB="0" insL="0" insR="0">
            <a:spAutoFit/>
          </a:bodyPr>
          <a:lstStyle/>
          <a:p>
            <a:pPr algn="l"/>
            <a:r>
              <a:rPr sz="900" b="0">
                <a:solidFill>
                  <a:srgbClr val="A39E98"/>
                </a:solidFill>
                <a:latin typeface="Inter"/>
              </a:rPr>
              <a:t>자료: 공간정보연구원 지자기측량 성과 (2022~2025)  ·  KIGAM 수치자력이상도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