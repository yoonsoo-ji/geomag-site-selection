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17점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17점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17점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33회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17측점 LOO 기준 편각 0.769° · 총자력 60.3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0.769°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60.3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0.179°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관측시각·외부장 보정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60.3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40%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잔차의 원인 — 네 가설이 모두 기각됐다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규모로 설명되는 후보가 없다. 남은 서명은 측점에 고정된 계통 오차를 가리킨다.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기각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복원 벡터 예측이 8.1′뿐 — 규모 미달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29.3′ vs 2회+ 28.6′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25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3.71 대 자기 원인 예상 1.64 — 편각에만 작용하는 초과 오차가 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가설 B가 검정한 것은 정밀도이지 정확도가 아니다.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성산은 2년 간격 독립 캠페인 두 번이 0.6′로 일치하면서 둘 다 34′ 틀렸다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측점에 고정된 계통 오차의 서명이다.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후보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-2.36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-150.13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17점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17점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0.769°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17점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60.3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35′다.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35′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35′의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0.769° · 총자력 60.3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0.769° · 총자력 60.3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