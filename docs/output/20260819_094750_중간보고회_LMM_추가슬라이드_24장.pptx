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17점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두 개 층이 아직 미완이다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Core는 완비, Crustal은 해상도 부족, Regional은 측점 부족, External은 관측시각 부족이 병목이다.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17점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부족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2019 구간만 Kp 배제 적용 · 2022~25는 관측시각 부재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17점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33회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총 관측 세션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209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관측시각이 남아 있는 구간은 2019년뿐이다. 2022~2025 성과표에는 연도만 있어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외부장 보정을 적용할 자리가 없다 — 이것이 현재 가장 큰 병목이다.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17측점 LOO 기준 편각 0.769° · 총자력 60.3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0.769°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60.3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0.179°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관측시각·외부장 보정 부재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60.3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+0.513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n=11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40%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11개뿐이라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편각 잔차의 원인 — 네 가설이 모두 기각됐다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규모로 설명되는 후보가 없다. 남은 서명은 측점에 고정된 계통 오차를 가리킨다.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기각 근거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+0.240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복원 벡터 예측이 8.1′뿐 — 규모 미달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29.3′ vs 2회+ 28.6′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반변량도가 순수 nugget (최단 25 km에서 이미 sill 초과)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3.71 대 자기 원인 예상 1.64 — 편각에만 작용하는 초과 오차가 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가설 B가 검정한 것은 정밀도이지 정확도가 아니다.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성산은 2년 간격 독립 캠페인 두 번이 0.6′로 일치하면서 둘 다 34′ 틀렸다 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측점에 고정된 계통 오차의 서명이다.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후보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-2.36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-150.13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한국 지자기도 — IGRF · LMM · 차이   (lmm_map.html)</a:t>
            </a:r>
          </a:p>
        </p:txBody>
      </p:sp>
      <p:pic>
        <p:nvPicPr>
          <p:cNvPr id="9" name="Picture 8" descr="lm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96" y="2194560"/>
            <a:ext cx="5391974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5254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와 LMM 은 같은 색범위 · 오른쪽이 LMM 이 더하는 양(지각 자기이상 구조)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12" name="Picture 11" descr="globe_lmm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1" y="4882896"/>
            <a:ext cx="1357162" cy="859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geomag_globe.html · 커서를 올리면 그 좌표의 LMM D·I·F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44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5" name="Picture 14" descr="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08" y="4882896"/>
            <a:ext cx="1375258" cy="859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144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data_inventory.html · 4개 층을 파일에서 직접 세어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71616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6089903"/>
            <a:ext cx="107655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— ① 지자기도 3면 비교 → ② 지구본에서 위치·규모 확인 → ③ 자료 현황으로 근거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전국 자료로는 총자력 목표가 원리적으로 닿지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사례연구는 250 m 측선 자료였다. 전국 공개본은 2.5 km 격자뿐이고, 그 차이가 목표 달성 여부를 가른다.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97480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4597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사례연구(경상분지 동해안)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측선 간격 · 8,600 km²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901952"/>
            <a:ext cx="2697480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3864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2.3 × 2.8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70048"/>
            <a:ext cx="24597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전국 공개본 격자 간격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1.5분 등격자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01952"/>
            <a:ext cx="2697480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0216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86.4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70048"/>
            <a:ext cx="24597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자체 내삽오차 RMS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50 nT 초과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645633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6568" y="2048256"/>
            <a:ext cx="24078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25.9%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70048"/>
            <a:ext cx="240788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오차가 50 nT 를 넘는 격자 비율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55264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273552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7305" y="3273552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사례연구(250 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2456" y="3273552"/>
            <a:ext cx="314552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전국 공개본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0863" y="3273552"/>
            <a:ext cx="358931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의미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621024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639312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표현 가능 최소 파장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77305" y="3639312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약 0.5 km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2456" y="3639312"/>
            <a:ext cx="314552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4.5 ~ 5.5 km (나이퀴스트)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0863" y="3639312"/>
            <a:ext cx="358931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0.05~5 km 대역이 통째로 빠진다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05072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격자 LOO 내삽오차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77305" y="4005072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2456" y="4005072"/>
            <a:ext cx="314552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RMS 86.4 nT · 중앙 20.3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0863" y="4005072"/>
            <a:ext cx="358931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 50 nT 를 자료 자체가 이미 넘는다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52544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4370832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성기게 할수록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77305" y="4370832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2456" y="4370832"/>
            <a:ext cx="314552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 km 115 · 7.5 km 124 · 10 km 147 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0863" y="4370832"/>
            <a:ext cx="358931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더 조밀해도 급히 좋아지지 않는다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736592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이방성 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77305" y="4736592"/>
            <a:ext cx="15922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52456" y="4736592"/>
            <a:ext cx="314552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1.04 (등방)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0863" y="4736592"/>
            <a:ext cx="358931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흔적이 남지 않을 만큼 가공됨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266944"/>
            <a:ext cx="11094689" cy="1188720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5285232"/>
            <a:ext cx="10765505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기준을 이렇게 나누는 것이 맞다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총자력 F 50 nT — 전국 공개본으로는 불가. 원측선 확보 구간에 한정해 적용하거나 목표를 자료 해상도에 맞춰 재설정한다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편각 D 0.1° — 이 한계와 무관하다. 지각층은 F 에만 기여하고 D·I 에는 들어가지 않으므로, 사업의 법정 목적인 자침편각은 별개 경로다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Regional 층의 입력 측점을 늘리고, 관측시각을 확보해 External 층의 봉쇄를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17점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관측시각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External 층 적용의 전제 조건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17점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2022~2025 성과표는 연도만 기재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 확보 시 분 단위 복원 → 외부장 보정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 + 관측시각(Regional·External) → 편각 D의 외부장 잡음과 측점 밀도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0.769°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미보정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관측시각 확보 → 상시관측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17점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60.3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항공자력 원측선 250 m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35′다.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2.8 km 격자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KIGAM 활용신청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17점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항공자력 원측선 — F 목표 미달의 유일한 해법. 오픈플랫폼 미공개라 활용신청이 필요하다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측점 확대 — 야장에만 있는 17건을 검증해 투입하면 가장 값싸게 늘릴 수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외부장 보정은 시각을 확보해도 지금은 적용할 수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2019~2025 전 구간 관측시각을 확보하고 세션별 보정량을 걸어 end-to-end 재적합한 결과다.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모드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표본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7721" y="1920240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1925" y="1920240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6128" y="1920240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1278" y="1920240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2340864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 (채택)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9199" y="2340864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7721" y="2340864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1925" y="2340864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2340864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278" y="2340864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761488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교란시 성과 배제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9199" y="2761488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7721" y="2761488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0.7430°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1925" y="2761488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0.2846°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6128" y="2761488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63.28 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1278" y="2761488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감소 · I 악화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3182112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전 세션 평균 차감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9199" y="3182112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97721" y="3182112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0.8481°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1925" y="3182112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6128" y="3182112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68.99 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1278" y="3182112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602736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정온 세션만 차감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9199" y="3602736"/>
            <a:ext cx="81564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7721" y="3602736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0.9008°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1925" y="3602736"/>
            <a:ext cx="148132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6128" y="3602736"/>
            <a:ext cx="159227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74.85 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1278" y="3602736"/>
            <a:ext cx="236889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더 악화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61104"/>
            <a:ext cx="356616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67512" y="44074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+8.7 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5029200"/>
            <a:ext cx="332841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38 nT 를 뺐는데 LOO F 가 오히려 늘었다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59" y="4261104"/>
            <a:ext cx="3566160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370831" y="4407408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196세션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1" y="5029200"/>
            <a:ext cx="332841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산출한 외부장 보정량 (2019~2025)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4261104"/>
            <a:ext cx="3688049" cy="1133856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119871" y="4279392"/>
            <a:ext cx="335886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병목이 옮겨갔다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관측시각 부재 → NOC 공간투영 미구현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486400"/>
            <a:ext cx="11094689" cy="84124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13232" y="550468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보정량이 실제 오차와 상관이 없어 독립 잡음처럼 더해진다. CYG 한 곳의 편차를 전국에 동일 적용하는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균일 V 근사가 76~229 km 떨어진 측점에서 성립하지 않는다 — 2019 표본의 결과가 7년치에서 재현됐다.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17점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균일 V 근사 (투영 없음)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303520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3232" y="5321808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항공자력이 없으면 F 목표는 영원히 미달 → 원측선 확보가 F 의 유일한 경로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CYG 가 있어도 공간투영이 없으면 외부장을 못 뗀다 → 이번 재적합으로 실증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최우선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1·2단계 공통 전제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게이트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판정기준 사전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재적합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External 포함 재적합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· 순차 튜닝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교차검증 + 독립 표본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LOO · hold-out · 신규 캠페인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감사 후 편각 잔차로 다음 행동을 가른다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35′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지금은 세 번째 구간에 있다.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먼저 성과표 감사로 계통 오차를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걷어내야 다음 단계가 의미를 갖는다.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2022~2025 야장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관측시각 없이는 External 층이 봉쇄된다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미설명 잔차 35′의 성격을 먼저 가른다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항공자력 원측선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총자력 F의 지각장 해상도 한계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4순위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반복측정 30점 이상 확대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n=11로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209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0.769° · 총자력 60.3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확인할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250 m 측선 제원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0.769° · 총자력 60.3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