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17점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17점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17점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33회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17측점 LOO 기준 편각 0.769° · 총자력 60.3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0.769°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60.3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0.179°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60.3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40%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8.1′뿐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29.3′ vs 2회+ 28.6′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3.71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-2.36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-150.13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 제원 확인 — 원측선 1~2 km, 공개본 2.5 km 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원측선을 받아도 개선폭은 제한적이다.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원측선을 받아도 측선 직교방향은 2.8 → 1~2 km, 1.4~2.8배 개선에 그친다 — F 50 nT 달성은 여전히 불확실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 D 0.1° 는 이 한계와 무관하다 — 지각층은 F 에만 기여한다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17점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17점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0.769°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17점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60.3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35′다.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17점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시각을 확보해도 지금은 적용할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2019~2025 전 구간 관측시각을 확보하고 세션별 보정량을 걸어 end-to-end 재적합한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표본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721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1925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6128" y="1920240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278" y="1920240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340864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199" y="2340864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721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1925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2340864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278" y="2340864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761488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교란시 성과 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199" y="2761488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721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0.7430°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1925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0.2846°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6128" y="2761488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63.28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1278" y="2761488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감소 · I 악화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3182112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전 세션 평균 차감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199" y="3182112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721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0.8481°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1925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6128" y="3182112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68.99 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278" y="3182112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02736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정온 세션만 차감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9199" y="3602736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7721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0.9008°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1925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6128" y="3602736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74.85 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1278" y="3602736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더 악화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61104"/>
            <a:ext cx="356616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7512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+8.7 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38 nT 를 뺐는데 LOO F 가 오히려 늘었다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261104"/>
            <a:ext cx="3566160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70831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196세션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산출한 외부장 보정량 (2019~2025)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261104"/>
            <a:ext cx="3688049" cy="113385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19871" y="4279392"/>
            <a:ext cx="335886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병목이 옮겨갔다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 부재 → NOC 공간투영 미구현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86400"/>
            <a:ext cx="11094689" cy="84124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50468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보정량이 실제 오차와 상관이 없어 독립 잡음처럼 더해진다. CYG 한 곳의 편차를 전국에 동일 적용하는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균일 V 근사가 76~229 km 떨어진 측점에서 성립하지 않는다 — 2019 표본의 결과가 7년치에서 재현됐다.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균일 V 근사 (투영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CYG 가 있어도 공간투영이 없으면 외부장을 못 뗀다 → 이번 재적합으로 실증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35′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35′의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0.769° · 총자력 60.3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0.769° · 총자력 60.3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