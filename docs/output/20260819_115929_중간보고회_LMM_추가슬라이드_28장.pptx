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16점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두 개 층이 아직 미완이다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Core는 완비, Crustal은 해상도 부족, Regional은 측점 부족, External은 관측시각 부족이 병목이다.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16점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부족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2019 구간만 Kp 배제 적용 · 2022~25는 관측시각 부재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16점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31회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 관측 세션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209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관측시각이 남아 있는 구간은 2019년뿐이다. 2022~2025 성과표에는 연도만 있어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외부장 보정을 적용할 자리가 없다 — 이것이 현재 가장 큰 병목이다.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16측점 LOO 기준 편각 0.323° · 총자력 58.4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0.323°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58.4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0.043°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0.323°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지각장 해상도 · 방위 기준 · 측점 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+0.534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n=11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41%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11개뿐이라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기존 성과는 정밀하지만 부정확하다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야장 원시 판독값 197세션을 세 층위로 검정했다. 측정·계산이 아니라 방문마다 달라지는 방위 기준이 문제였다.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① 내부 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0.16″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재계산차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야장 산술은 완전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1733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4613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② 정밀도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4613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1.41′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4613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같은 날 세션 산포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 6′ 대비 양호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4827" y="1901952"/>
            <a:ext cx="3588501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37707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③ 정확도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7707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33.7′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707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재방문 잔여 RMS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16구간 중 9구간이 6′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재방문 잔여 = 관측 ΔD − IGRF 영년변화   (같은 표석을 다시 재면 0 이어야 한다)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84448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0273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0273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측점별 잔여 (′)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9800" y="360273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건수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5020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96849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정상 (&lt;6′)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5412" y="396849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미원 2.0 · 상주 −5.2/2.5 · 성산 −0.6 · 순천 −1.5/0.5 · 함양 −5.8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9800" y="396849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7구간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3425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주의 (6~20′)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33425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거제 −19.7 · 여주 11.0 · 이원 −8.3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9800" y="433425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3구간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8172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70001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불일치 (≥20′)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5412" y="470001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부안 62.2/−70.6 · 함양 76.9 · 포천 −32.2/22.3 · 가야 −35.5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9800" y="470001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6구간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11094689" cy="113385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230368"/>
            <a:ext cx="1076550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원인 — 마크 참방위각이 재방문마다 바뀐다 (거제 159.9°→330.6° · 포천 33.2°→192.7° · 부안 54.4°→169.6°→177.5°)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마크 교체 자체는 오류가 아니나, 바뀐 마크의 참방위각이 틀리면 그 방문의 편각이 통째로 틀어진다.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신규 선점에서 방위표지를 고정하고 방위각 결정법을 상향해야 하는 근거 (천문·자이로 또는 RTK 장기선)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불일치 방문 2건을 빼자 편각이 26% 좋아졌다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감사가 모델 잔차를 보지 않고 지목한 방문이다. 순환 논증이 아니라는 점이 중요하다.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전 (17측점)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(16측점)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7075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2860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199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0.7691°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0.5403°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7075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5176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총자력 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9199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60.26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58.41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7075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−1.85 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01752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9199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7075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+0.081°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38327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9199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35.0′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7075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−41%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374903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D / I 비대칭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3.69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7075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자기 원인 예상 1.64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거의 해소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1148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(지각 벡터)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9199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r=+0.244 p=0.40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8137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7075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 → 유의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반전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626864"/>
            <a:ext cx="11094689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4645152"/>
            <a:ext cx="10765505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가장 중요한 것은 마지막 두 줄이다.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D/I 비대칭이 3.69 → 1.95 로 떨어져 자기 원인 예상값(1.64)에 근접했다. 「편각에만 작용하는 초과 오차」의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정체가 바로 그 두 방문이었다는 뜻이다.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규모 미달로 기각했던 「지각 벡터 성분 누락」 가설이 유의해졌다(p=0.046). 잡음이 걷히자 실제 신호가 드러났다.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대가 — 부안이 성과표에 2023 한 건뿐이라 측점이 17→16 으로 줄어 서해안 공간 커버리지를 잃는다. 복각도 악화됐다.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가설 중 셋은 기각, 하나는 살아나 모형에 들어갔다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감사로 잡음이 걷히자 「지각 벡터 성분 누락」만 남았다. 그것을 구현한 것이 이번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0.034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유의 — 구현해 모형에 반영 (다음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-0.010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12.0′ vs 2회+ 14.0′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-0.332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반변량도가 순수 nugget (최단 34 km에서 이미 sill 초과)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1.22 대 자기 원인 예상 1.64 — 초과분이 거의 사라졌다.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가설 A 는 처음에 「규모 미달」로 기각됐었다.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방위 기준이 틀린 방문 2건이 잔차를 부풀려 상대적 비중을 가렸기 때문이다.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그 둘을 걷어내자 예측이 잔차의 절반을 차지하게 됐다 — 순서가 중요했다.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계통 오차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항공자력은 스칼라만 주지만, 방향 정보가 그 안에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총자력 이상은 이상벡터를 주자기장 방향으로 투영한 값이다. 역산하면 편각·복각에 쓸 수 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82638"/>
                </a:solidFill>
                <a:latin typeface="Pretendard"/>
              </a:rPr>
              <a:t>ΔF  =  l · b_north  +  m · b_east  +  n · b_down       (l, m, n) = 주자기장 단위벡터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05456"/>
            <a:ext cx="6903720" cy="4023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2523744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9484" y="2523744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F만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6376" y="2523744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벡터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52374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926080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9484" y="2926080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0.5403°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6376" y="2926080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0.3396°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926080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28416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9484" y="3328416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376" y="3328416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0.2408°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328416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12464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3730752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9484" y="3730752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6376" y="3730752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13.75′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730752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−34%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133088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상관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9484" y="4133088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6376" y="4133088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r=+0.641 p=0.034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4133088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강화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4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적용 후 잔여 상관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9484" y="4535424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6376" y="4535424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r=+0.208 p=0.54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453542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이중계상 없음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2505456"/>
            <a:ext cx="192024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08392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8.4′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복원 벡터의 편각 예측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0072" y="2505456"/>
            <a:ext cx="192024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838944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86F2A"/>
                </a:solidFill>
                <a:latin typeface="Pretendard"/>
              </a:rPr>
              <a:t>1.60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38944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최적배율 — 진폭이 모자란다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3776472"/>
            <a:ext cx="4050791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54112" y="3794759"/>
            <a:ext cx="3721607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배율 1.6 이 다음 요구사항이다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예측 방향은 맞는데 크기가 모자란다.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2.8 km 격자가 단파장을 평활했기 때문 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250 m 원측선 자료가 곧 다음 이득이다.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6903720" cy="12252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157216"/>
            <a:ext cx="6574536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복각 LOO 가 0.043° 로 표시되는 경우가 있으나 그대로 읽으면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잔차가 줄면서 강건 적합의 채택 측점이 15 → 8 로 좁아졌고, 교차검증은 그 8점 위에서만 계산된다.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채택 집합을 고정해 견준 값이 위 표의 −7% 다. 편각은 같은 방식으로 −37% 라 선택효과가 아니다.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-0.80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-148.56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웹에서 바로 확인할 수 있게 만들어 두었다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모델·자료 현황·계산기를 각각 한 페이지로 낸다. 모두 정적 파일이라 설치 없이 열린다.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한국 지자기도 — IGRF · LMM · 차이   (lmm_map.html)</a:t>
            </a:r>
          </a:p>
        </p:txBody>
      </p:sp>
      <p:pic>
        <p:nvPicPr>
          <p:cNvPr id="9" name="Picture 8" descr="lm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96" y="2194560"/>
            <a:ext cx="5391974" cy="2084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5254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와 LMM 은 같은 색범위 · 오른쪽이 LMM 이 더하는 양(지각 자기이상 구조)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3D 지구본 — 한국 LMM 패치</a:t>
            </a:r>
          </a:p>
        </p:txBody>
      </p:sp>
      <p:pic>
        <p:nvPicPr>
          <p:cNvPr id="12" name="Picture 11" descr="globe_lmm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1" y="4882896"/>
            <a:ext cx="1357162" cy="859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geomag_globe.html · 커서를 올리면 그 좌표의 LMM D·I·F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44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확보 현황</a:t>
            </a:r>
          </a:p>
        </p:txBody>
      </p:sp>
      <p:pic>
        <p:nvPicPr>
          <p:cNvPr id="15" name="Picture 14" descr="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08" y="4882896"/>
            <a:ext cx="1375258" cy="859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33144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data_inventory.html · 4개 층을 파일에서 직접 세어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71616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6089903"/>
            <a:ext cx="107655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— ① 지자기도 3면 비교 → ② 지구본에서 위치·규모 확인 → ③ 자료 현황으로 근거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항공자력 제원 확인 — 원측선 1~2 km, 공개본 2.5 km 격자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박영수 외(2019) 「한국의 자력이상도」에 37년치 탐사 제원이 정리돼 있다. 원측선을 받아도 개선폭은 제한적이다.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9748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1 ~ 2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주측선 간격 (연도별)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점간 약 30 m · 고도 100~200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83864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2.3 × 2.8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1.5분 등격자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원측선보다 성기다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0216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86.4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격자 자체 내삽오차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25.9% 가 목표 50 nT 초과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01952"/>
            <a:ext cx="2645633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6568" y="2048256"/>
            <a:ext cx="24078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364만점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670048"/>
            <a:ext cx="240788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1982~2017 · 37년 · 도폭 190개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321868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제원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5412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초기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4350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4234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172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최근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58444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주측선 / 맺음측선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 km / 5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4350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1.5 km / 8~10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4234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 km / 6~8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3172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1~2 km / 4~6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950207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연도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1982~1993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4350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1994~1999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4234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2000~2011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3172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2012~2017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장비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5412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양성자 G-813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4350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G-822A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4234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+ GNSS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3172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3축 경사계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28032"/>
            <a:ext cx="11094689" cy="1517904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4846320"/>
            <a:ext cx="10765505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설명자료의 「측선 250 m」는 자체 수치와 맞지 않는다 — 8,600 km²에 213,791점이면 점간 32 m 기준 측선 간격이 1.26 km 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(250 m 였다면 108만점 필요). 사례연구도 표준 측선 자료였고 특별히 조밀한 자료가 아니었다.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원측선을 받아도 측선 직교방향은 2.8 → 1~2 km, 1.4~2.8배 개선에 그친다 — F 50 nT 달성은 여전히 불확실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편각 D 0.1° 는 이 한계와 무관하다 — 지각층은 F 에만 기여한다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Regional 층의 입력 측점을 늘리고, 관측시각을 확보해 External 층의 봉쇄를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16점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관측시각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External 층 적용의 전제 조건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16점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2022~2025 성과표는 연도만 기재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 확보 시 분 단위 복원 → 외부장 보정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 + 관측시각(Regional·External) → 편각 D의 외부장 잡음과 측점 밀도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0.323°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미보정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관측시각 확보 → 상시관측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16점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58.4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항공자력 원측선 250 m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14′다.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앞으로 필요한 자료와 요구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권고 수준과 현재 보유량을 나란히 놓고, 확보 경로까지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4465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3403" y="1920240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3287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무엇이 풀리나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항공자력 원측선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4465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100~250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3403" y="2340864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2.8 km 격자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KIGAM 활용신청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지표 절대측정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465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30점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403" y="2761488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287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2027 캠페인 · 야장 17건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D·F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465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세션마다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403" y="3182112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2019~2025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External 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상시관측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4465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1분 자료 · 다지점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3403" y="3602736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CYG + KASA 3소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287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확보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NOC 투영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4465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적합 제외 측점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03" y="4023359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미분리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3287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캠페인 설계에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성능 과대평가 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43983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465" y="4443983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≤ 2 · RTK ≤ 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3403" y="4443983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미제어(정온 123/196)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3287" y="4443983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작업지침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443983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표본 품질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1094689" cy="13167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5120640"/>
            <a:ext cx="107655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우선순위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항공자력 원측선 — F 목표 미달의 유일한 해법. 오픈플랫폼 미공개라 활용신청이 필요하다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NOC 공간투영 구현 — 자료는 이미 있다. 관측소 4곳이라 공간 모드를 적합할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측점 확대 — 야장에만 있는 17건을 검증해 투입하면 가장 값싸게 늘릴 수 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청양 한 곳으로는 안 됐고, 네 곳을 쓰니 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자문 권고대로 대체관측소를 모형에 실제로 넣었다. 다만 정온 세션에 한정할 때만 이득이 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109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보정량 자료원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세션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0447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385" y="1920240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미적용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109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447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0.5899°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385" y="2340864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09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447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0.3653°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385" y="2761488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종전 채택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109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0447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0.4028°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385" y="3182112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단독보다 나쁨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09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447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0.3763°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385" y="3602736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 (채택)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109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4023359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0447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0.3232°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385" y="4023359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최종 채택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08576"/>
            <a:ext cx="3566160" cy="96926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7512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−45%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미적용 대비 편각 교차검증 오차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4608576"/>
            <a:ext cx="356616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370831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178세션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1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4소 보간으로 산출한 보정량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4608576"/>
            <a:ext cx="3688049" cy="96926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119871" y="4626864"/>
            <a:ext cx="3358865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왜 정온만인가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교란시엔 4소 평면적합이 발산한다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(총자력 편차 최대 567 nT)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650992"/>
            <a:ext cx="11094689" cy="74980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3232" y="5669279"/>
            <a:ext cx="1076550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계기 좌표계 정합이 관건 — 강릉·제주 Y 는 변화계 기준(Y≈0)이라 회전을 맞춰야 한다(제주 −6.32° · 강릉 −8.10° · 이천 −0.69° · 청양 −0.03°).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다섯 설정 중 교차검증 최소를 고른 것이므로 0.365 → 0.323 차이 자체가 아니라 방식의 타당성이 근거다.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자문 권고 반영 현황 — 남은 것은 두 가지다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2026-07-29 자문회의 지적 사항을 항목별로 대조했다.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자문 권고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반영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7907" y="1920240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9424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일변화 미보정이 근본 원인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267712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야장 직접 대조로 원시값 확정 + 편각 보정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7907" y="2267712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15184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청양 단독 차감의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615184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4소 공간보간으로 교체 (앞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7907" y="2615184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44368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962656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2020~2025 야장·관측시각 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2962656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212세션 복원 · 178세션 보정량 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7907" y="2962656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0127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Kp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2987" y="3310127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정온 판정 · 교란 세션 보정 제외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7907" y="3310127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39311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657599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구배를 필터가 아니라 가중치로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2987" y="3657599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계단 점수 + 800 nT 하드 제외 → 연속 가중치 (250 nT 최고점)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7907" y="3657599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05071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측점 수 대비 자유도 민감도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2987" y="4005071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다항식은 14점까지 유지 · 12점부터 흔들림 · 2차는 사용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7907" y="4005071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34255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352543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에폭 혼용 금지 (2010 vs 2020~24)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2987" y="4352543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정식 산출 단계에서 2019 제외 채택 · 시범 단계는 표본 유지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7907" y="4352543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700015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그레디오미터 도입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2987" y="4700015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장비 사안 — 연구 범위 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700015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해당 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1"/>
            <a:ext cx="11094689" cy="8229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5212079"/>
            <a:ext cx="1076550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두 가지는 자료·장비 사안이다.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 원측선(250 m) — 지각층 진폭 부족의 유일한 해법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신규 측점 확보 — 배치 최적과 자기환경 등급이 어긋나는 구간은 후보 재탐색이 필요하다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설명자료 대비 — 무엇을 지켰고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4층 구조와 검증 절차는 그대로 따랐다. 남은 것은 자료 규모와 External 의 공간투영이다.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1624" y="19202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712" y="192024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7907" y="192024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1624" y="23225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(deg ≤ 13), ppigrf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232257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동일 구현 · 재현성 검증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907" y="232257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2491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1624" y="27249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30점 이상 · D+I+F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72491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 · 세션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7907" y="272491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31272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측선 100~250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312724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가공 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907" y="312724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29584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35295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CYG NOC 분해 → 점 위치 공간투영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3529584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 1차 평면 보간 (모드 분해 없음)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907" y="3529584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13632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93192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1624" y="393192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다항식 또는 R-SCHA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93192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7907" y="393192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3425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잔차면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624" y="433425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Residual = 관측 − LMM 을 공간 모델링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433425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33425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18304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1624" y="473659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자기검증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73659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구현 · 3환경 일치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907" y="473659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303520"/>
            <a:ext cx="11094689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321808"/>
            <a:ext cx="10765505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설명자료의 「자료가 하나라도 빠지면 구조적 결함」 진단이 그대로 맞았다.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항공자력이 없으면 F 목표는 영원히 미달 → 원측선 확보가 F 의 유일한 경로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단일 관측소로는 외부장을 못 뗀다 → 4소 공간보간으로 편각 45% 개선, 다만 교란시엔 여전히 깨진다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최우선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1·2단계 공통 전제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게이트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판정기준 사전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재적합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External 포함 재적합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· 순차 튜닝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교차검증 + 독립 표본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LOO · hold-out · 신규 캠페인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감사 후 편각 잔차로 다음 행동을 가른다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14′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지금은 세 번째 구간에 있다.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먼저 성과표 감사로 계통 오차를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걷어내야 다음 단계가 의미를 갖는다.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2022~2025 야장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 없이는 External 층이 봉쇄된다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미설명 잔차 14′의 성격을 먼저 가른다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항공자력 원측선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총자력 F의 지각장 해상도 한계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4순위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반복측정 30점 이상 확대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n=11로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209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0.323° · 총자력 58.4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확인할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250 m 측선 제원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0.323° · 총자력 58.4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