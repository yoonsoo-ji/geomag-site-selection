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31회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0.323° · 총자력 58.4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0.323°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58.4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0.043°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0.323°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41%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기각했던 「지각 벡터 성분 누락」 가설이 유의해졌다(p=0.046). 잡음이 걷히자 실제 신호가 드러났다.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유의 — 구현해 모형에 반영 (다음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12.0′ vs 2회+ 14.0′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-0.332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34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1.22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는 처음에 「규모 미달」로 기각됐었다.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방위 기준이 틀린 방문 2건이 잔차를 부풀려 상대적 비중을 가렸기 때문이다.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그 둘을 걷어내자 예측이 잔차의 절반을 차지하게 됐다 — 순서가 중요했다.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항공자력은 스칼라만 주지만, 방향 정보가 그 안에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값이다. 역산하면 편각·복각에 쓸 수 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0.3396°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0.2408°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13.75′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r=+0.641 p=0.034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강화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9484" y="453542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6376" y="453542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r=+0.208 p=0.54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453542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8.4′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배율 1.6 은 남는 몫이다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 방향은 맞는데 크기가 모자란다.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2.8 km 격자가 단파장을 평활한 탓인데,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원측선 자료가 없어 이 몫은 지금 자료로는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채울 수 없다.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157216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복각 LOO 가 0.043° 로 표시되는 경우가 있으나 그대로 읽으면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잔차가 줄면서 강건 적합의 채택 측점이 15 → 8 로 좁아졌고, 교차검증은 그 8점 위에서만 계산된다.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채택 집합을 고정해 견준 값이 위 표의 −7% 다. 편각은 같은 방식으로 −37% 라 선택효과가 아니다.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-0.80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-148.56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원측선은 존재하지 않고, 있었더라도 개선폭은 제한적이었다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측선 간격 자체가 1~2 km 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원측선은 존재하지 않는다. 설령 받았더라도 측선 직교방향은 2.8 → 1~2 km, 1.4~2.8배 개선에 그쳤을 것이다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편각에도 영향이 있다 — 지각층을 벡터로 복원해 D·I 에 기여시켰으므로, 격자 평활이 진폭을 1.6배 줄이고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0.323°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58.4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원측선 없음 — 현 격자가 상한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14′다.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존재하지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측량 외 경로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 (봉쇄)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측점 확대 — 야장에만 있는 17건을 검증해 투입하면 가장 값싸게 늘릴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지각층은 보류 — 원측선이 존재하지 않으므로 F 목표는 현 자료로 열리지 않는다. 신규 자력측량 여부가 갈림길이다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청양 한 곳으로는 안 됐고, 네 곳을 쓰니 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대체관측소를 모형에 실제로 넣었다. 다만 정온 세션에 한정할 때만 이득이 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0.5899°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0.3653°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종전 채택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0.4028°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단독보다 나쁨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0.3763°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 (채택)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0.3232°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최종 채택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−45%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미적용 대비 편각 교차검증 오차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정온만인가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교란시엔 4소 평면적합이 발산한다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(총자력 편차 최대 567 nT)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50992"/>
            <a:ext cx="11094689" cy="7498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69279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계기 좌표계 정합이 관건 — 강릉·제주 Y 는 변화계 기준(Y≈0)이라 회전을 맞춰야 한다(제주 −6.32° · 강릉 −8.10° · 이천 −0.69° · 청양 −0.03°).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다섯 설정 중 교차검증 최소를 고른 것이므로 0.365 → 0.323 차이 자체가 아니라 방식의 타당성이 근거다.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+ 편각 보정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공간보간으로 교체 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지각층 해상도 — 항공자력 원측선이 존재하지 않아 현 격자가 상한이다. 신규 자력측량 여부는 사업 판단 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 1차 평면 보간 (모드 분해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원측선이 존재하지 않아 F 목표는 현 자료로 달성 불가 — 신규 자력측량 없이는 열리지 않는다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단일 관측소로는 외부장을 못 뗀다 → 4소 공간보간으로 편각 45% 개선, 다만 교란시엔 여전히 깨진다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212세션 · 분 단위 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불일치 방문 2건 특정·제외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지각 벡터 ·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재적합으로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진행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재측정 · 신규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KPI 미달분 · 독립 표본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편각 잔차로 다음 행동을 가른다 (기준은 착수 전에 정했다)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13.8′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두 번째 구간.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남은 것은 잔차가 큰 측점의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현장 재측정이다.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(착수 시점 35.0′)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잔차 큰 측점 재측정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잔차 13.8′ — 방위표지 고정과 함께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신규 측점 확보 (30점)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검증점. 12점 이하에서 무너진다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NOC 공간투영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평면은 근사 — 교란시에 먼저 깨진다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60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보류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지각층 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원측선이 없어 현 격자가 상한 — 신규 자력측량은 사업 판단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0.323° · 총자력 58.4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열리지 않는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존재하지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0.323° · 총자력 58.4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