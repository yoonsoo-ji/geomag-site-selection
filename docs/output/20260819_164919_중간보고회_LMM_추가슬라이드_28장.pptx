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남은 병목은 측점과 지각층이다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Core·External 은 확보됐다. Crustal 은 원측선이 존재하지 않아 현 격자가 상한이고, Regional 은 측점이 모자란다.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상한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자료가 존재하지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 (관측소 4소)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편각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관측시각 복원 · 보정량 178세션 (정온·편각 전용)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관측 · 방문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있으나 지리원 야장에서 2019~2025 분 단위 관측시각을 복원했다 (2021년 야장은 없다).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관측소 4소 공간보간으로 178세션에 보정량을 산출해 편각에 적용 중이다 — 병목은 측점 수와 지각층으로 옮겨갔다.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0.502° · 총자력 61.4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0.502°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61.4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0.088°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0.502°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61.4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n=13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33%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13개뿐이라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+0.482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유의 — 구현해 모형에 반영 (다음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10.3′ vs 2회+ 20.8′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2.66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는 처음에 「규모 미달」로 기각됐었다.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방위 기준이 틀린 방문 2건이 잔차를 부풀려 상대적 비중을 가렸기 때문이다.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 둘을 걷어내자 예측이 잔차의 절반을 차지하게 됐다 — 순서가 중요했다.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역산해 편각·복각에 넣었고, 개선폭은 작지만 두 성분에서 같은 방향이다.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0.5118°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−0.010°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0.2499°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0.2201°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−0.030°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r=+0.482 p=0.081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경계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r=+0.239 p=0.41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7.8′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배율 1 초과는 남는 몫이다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 방향은 맞는데 크기가 모자란다.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2.8 km 격자가 단파장을 평활한 탓인데,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원측선 자료가 없어 이 몫은 지금 자료로는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채울 수 없다.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36592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4754880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위 값은 «평가 측점을 한 번만 정해 고정한» 비교다.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설정마다 강건 적합이 채택 측점을 다시 고르게 두면 개선폭이 크게 부풀려진다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— 실제로 그렇게 견줬을 때 편각 0.540 → 0.340° 로 보였으나, 평가 집합을 고정하니 0.512 → 0.502° 였다.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+7.30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-140.46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관측시각은 이미 야장에서 복원했다. 남은 것은 Regional 층의 입력 측점을 늘리는 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7D5B"/>
                </a:solidFill>
                <a:latin typeface="Pretendard"/>
              </a:rPr>
              <a:t>178세션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 복원 완료 · 보정량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분 단위 복원 (완료)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적용 중 — 야장에만 있는 측점 17건이 추가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 — 원측선이 없어 현 격자가 상한이다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반복측정(Regional) → 편각 D의 측점 밀도. 관측시각(External)은 이미 확보·적용했다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0.502°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관측소 4소 적용 완료 — 잔여는 NOC 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61.4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26′다.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구현했으나, 지금 표본으로는 효과가 확인되지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 공간보간까지 구현했다. 판정은 평가 측점을 고정한 교차검증으로 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0.5098°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0.5177°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0.5189°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0.5323°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5.4′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세션 평균 편각 보정량 규모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무엇이 부족한가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보정량(5.4′)이 잔차(26′)에 견줘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작아 표본 16점으로는 가려지지 않는다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69280"/>
            <a:ext cx="11094689" cy="7498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87568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오전에는 「4소·정온 적용이 0.365 → 0.323° 로 개선」이라고 판정했으나 그 비교는 순환이었다 — 설정마다 강건 적합이 평가 측점을 다시 골랐다.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평가 집합을 한 번만 정해 고정하면 어떤 보정도 기준선을 넘지 못한다. 보정량은 유지하므로 측점이 늘면 다시 판정한다.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· 보정량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구현 — 효과는 미확인(앞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1차 평면 보간 구현 · 모델 미반영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상수항(0차) — 공간항 미채택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외부장 보정은 구현했으나 16측점 표본에서는 효과가 가려진다 → 측점 확충이 선행 조건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26.4′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세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방위 기준 재결정이 먼저다.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26.4′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n=13로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0.502° · 총자력 61.4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0.502° · 총자력 61.4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