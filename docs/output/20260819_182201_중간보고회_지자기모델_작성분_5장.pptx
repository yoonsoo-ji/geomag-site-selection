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2"/>
  </p:notesMasterIdLst>
  <p:handoutMasterIdLst>
    <p:handoutMasterId r:id="rId13"/>
  </p:handoutMasterIdLst>
  <p:sldIdLst>
    <p:sldId id="660" r:id="rId2"/>
    <p:sldId id="1092" r:id="rId3"/>
    <p:sldId id="1052" r:id="rId4"/>
    <p:sldId id="1122" r:id="rId5"/>
    <p:sldId id="1321" r:id="rId6"/>
    <p:sldId id="1322" r:id="rId7"/>
    <p:sldId id="1323" r:id="rId30"/>
    <p:sldId id="1094" r:id="rId8"/>
    <p:sldId id="1163" r:id="rId9"/>
    <p:sldId id="1318" r:id="rId10"/>
    <p:sldId id="1324" r:id="rId31"/>
    <p:sldId id="1084" r:id="rId11"/>
  </p:sldIdLst>
  <p:sldSz cx="9906000" cy="6858000" type="A4"/>
  <p:notesSz cx="7104063" cy="10234613"/>
  <p:embeddedFontLst>
    <p:embeddedFont>
      <p:font typeface="나눔스퀘어라운드 Bold" panose="020B0600000101010101" charset="-127"/>
      <p:bold r:id="rId14"/>
    </p:embeddedFont>
    <p:embeddedFont>
      <p:font typeface="산돌고딕B" panose="020B0600000101010101" charset="-127"/>
      <p:regular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돋움체 Light" panose="02020603020101020101" pitchFamily="18" charset="-127"/>
      <p:regular r:id="rId18"/>
    </p:embeddedFont>
    <p:embeddedFont>
      <p:font typeface="KoPub돋움체 Medium" panose="02020603020101020101" pitchFamily="18" charset="-127"/>
      <p:regular r:id="rId19"/>
    </p:embeddedFont>
    <p:embeddedFont>
      <p:font typeface="KoPub바탕체 Bold" panose="02020603020101020101" pitchFamily="18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2026-08-18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2026-08-18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670048"/>
            <a:ext cx="2686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2141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670048"/>
            <a:ext cx="1778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2990087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2990087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16점 · 30회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2990087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410711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410711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④ External (보정량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10711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관측시각 복원(’19~’25) · 모델 반영은 보류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831336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8313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831336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251960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251960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2519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251960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251960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27447"/>
            <a:ext cx="26974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보정량은 산출하였으나, 현재 표본에서는 모델 반영을 보류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자문의견(거리·위도 차이로 단독 적용 한계)에 따라 청양 단독이 아닌 4개소 공간보간으로 세션별 보정량을 산출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다만 평가 측점을 고정한 교차검증에서 보정 전(0.502°)보다 개선되지 않아(0.510~0.532°) 반영은 측점 확충 후 재판정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항공자력을 포함해 4축을 구성 — 남은 제약은 해상도와 측점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85292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852928"/>
            <a:ext cx="3685580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852928"/>
            <a:ext cx="23235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172968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72968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172968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172968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75303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575303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575303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575303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3977640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3977640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총자력에 1:1 결합(결합계수 검정 후 α=1 채택)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3977640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79976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379976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379976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보정량 산출 167세션 — 모델 반영은 보류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379976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표본 부족으로 효과 미확인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교차검증 오차 72.3 → 63.0 nT (지각 미사용 대비)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결합계수를 추정하면 α=0.67 이나 교차검증은 67.0 nT 로 악화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  → α=1 유지. 「α=1 을 진리로 두지 말라」는 지적을 검정으로 확인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25796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9202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6924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646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1324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31920"/>
            <a:ext cx="18695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31920"/>
            <a:ext cx="55015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251960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251960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36008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636008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636008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20056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020056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020056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제공 대상은 1:50,000 도엽 — 도폭 내 편각 변화 5.4′ 가 표기 정밀도의 하한을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28846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9398" y="2670048"/>
            <a:ext cx="74366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대표값 1개 표기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90087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2F5497"/>
                </a:solidFill>
                <a:latin typeface="KoPub돋움체 Bold"/>
              </a:rPr>
              <a:t>1:50,000 (제공)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9398" y="2990087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0.0905° (5.4′)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±2.7′ 의 표기 한계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374135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19398" y="3374135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0.0453° (2.7′)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±1.4′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8184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9398" y="3758184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0.0091° (0.5′)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±0.3′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5667" y="253288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3108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/>
              </a:rPr>
              <a:t>편각 0.51°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63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모델 오차가 도폭 내 변화(5.4′)의 약 6배 — 아직 도엽 구분이 의미를 갖지 못함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18303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18303"/>
            <a:ext cx="2051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18303"/>
            <a:ext cx="577397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3834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03834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03834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1:50,000 도엽 단위 — 도엽 중심 대표값 · 도폭 내 변화폭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0410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0410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0410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986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76986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76986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도폭 내 편각 변화는 IGRF-14 산출값 / 도폭 규격 15′ 는 지도도식적용규정 제4조·제211조 / 대표값은 도곽 중심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지자기모델 검증 및 보완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3. 지자기모델 고도화 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추후 진행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입력자료 보강 → 모델 고도화 → 독립검증·갱신주기 순으로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1단계   입력자료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’26.9~10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 큰 측점 재측정 · 방위표지 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야장에만 있는 성과 17건 검증 투입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목표: 반복관측점 16점 → 20점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2단계   모델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’26.10~11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상시관측 4개소 공간투영(NOC)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잔차면 모델링 · 다항식 차수 재선정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지각 자기이상 진폭 보정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6248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3단계   검증 · 갱신체계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적합에 쓰지 않은 독립 측점 검증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5년 갱신주기 연계 재계산 절차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도엽별 자침편차 산출 · 서비스 연계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/>
              </a:rPr>
              <a:t>단계 이행 판정기준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편각 잔차 10′ 이하 → 정식 산출 검토 · 10~20′ → 부분 재측정 · 20′ 초과 → 방위 기준 재결정 (현재 29.3′)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1204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4084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0000"/>
                </a:solidFill>
                <a:latin typeface="KoPub돋움체 Bold"/>
              </a:rPr>
              <a:t>제약 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4084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원측선 자료 부재 — 지각축 해상도 개선은 신규 자력측량 여부에 좌우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81712</TotalTime>
  <Words>356</Words>
  <Application>Microsoft Office PowerPoint</Application>
  <PresentationFormat>A4 용지(210x297mm)</PresentationFormat>
  <Paragraphs>87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Light</vt:lpstr>
      <vt:lpstr>산돌고딕B</vt:lpstr>
      <vt:lpstr>Wingdings</vt:lpstr>
      <vt:lpstr>나눔고딕</vt:lpstr>
      <vt:lpstr>KoPub돋움체 Bold</vt:lpstr>
      <vt:lpstr>KoPub바탕체 Bold</vt:lpstr>
      <vt:lpstr>KoPub돋움체 Medium</vt:lpstr>
      <vt:lpstr>Arial</vt:lpstr>
      <vt:lpstr>나눔스퀘어라운드 Bold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3764</cp:revision>
  <cp:lastPrinted>2026-03-20T04:25:28Z</cp:lastPrinted>
  <dcterms:created xsi:type="dcterms:W3CDTF">2011-03-02T01:31:16Z</dcterms:created>
  <dcterms:modified xsi:type="dcterms:W3CDTF">2026-08-18T04:30:10Z</dcterms:modified>
</cp:coreProperties>
</file>