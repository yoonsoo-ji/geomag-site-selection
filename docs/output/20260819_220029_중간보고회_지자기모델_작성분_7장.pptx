
<file path=[Content_Types].xml><?xml version="1.0" encoding="utf-8"?>
<Types xmlns="http://schemas.openxmlformats.org/package/2006/content-types">
  <Default Extension="emf" ContentType="image/x-emf"/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embedTrueTypeFonts="1" saveSubsetFonts="1">
  <p:sldMasterIdLst>
    <p:sldMasterId id="2147483909" r:id="rId1"/>
  </p:sldMasterIdLst>
  <p:notesMasterIdLst>
    <p:notesMasterId r:id="rId12"/>
  </p:notesMasterIdLst>
  <p:handoutMasterIdLst>
    <p:handoutMasterId r:id="rId13"/>
  </p:handoutMasterIdLst>
  <p:sldIdLst>
    <p:sldId id="660" r:id="rId2"/>
    <p:sldId id="1092" r:id="rId3"/>
    <p:sldId id="1052" r:id="rId4"/>
    <p:sldId id="1122" r:id="rId5"/>
    <p:sldId id="1321" r:id="rId6"/>
    <p:sldId id="1322" r:id="rId7"/>
    <p:sldId id="1323" r:id="rId30"/>
    <p:sldId id="1324" r:id="rId31"/>
    <p:sldId id="1325" r:id="rId32"/>
    <p:sldId id="1094" r:id="rId8"/>
    <p:sldId id="1163" r:id="rId9"/>
    <p:sldId id="1318" r:id="rId10"/>
    <p:sldId id="1326" r:id="rId33"/>
    <p:sldId id="1084" r:id="rId11"/>
  </p:sldIdLst>
  <p:sldSz cx="9906000" cy="6858000" type="A4"/>
  <p:notesSz cx="7104063" cy="10234613"/>
  <p:embeddedFontLst>
    <p:embeddedFont>
      <p:font typeface="나눔스퀘어라운드 Bold" panose="020B0600000101010101" charset="-127"/>
      <p:bold r:id="rId14"/>
    </p:embeddedFont>
    <p:embeddedFont>
      <p:font typeface="산돌고딕B" panose="020B0600000101010101" charset="-127"/>
      <p:regular r:id="rId15"/>
    </p:embeddedFont>
    <p:embeddedFont>
      <p:font typeface="KoPub돋움체 Bold" panose="02020603020101020101" pitchFamily="18" charset="-127"/>
      <p:regular r:id="rId16"/>
      <p:bold r:id="rId17"/>
    </p:embeddedFont>
    <p:embeddedFont>
      <p:font typeface="KoPub돋움체 Light" panose="02020603020101020101" pitchFamily="18" charset="-127"/>
      <p:regular r:id="rId18"/>
    </p:embeddedFont>
    <p:embeddedFont>
      <p:font typeface="KoPub돋움체 Medium" panose="02020603020101020101" pitchFamily="18" charset="-127"/>
      <p:regular r:id="rId19"/>
    </p:embeddedFont>
    <p:embeddedFont>
      <p:font typeface="KoPub바탕체 Bold" panose="02020603020101020101" pitchFamily="18" charset="-127"/>
      <p:regular r:id="rId20"/>
      <p:bold r:id="rId21"/>
    </p:embeddedFont>
    <p:embeddedFont>
      <p:font typeface="나눔고딕" panose="020D0604000000000000" pitchFamily="50" charset="-127"/>
      <p:regular r:id="rId22"/>
      <p:bold r:id="rId23"/>
    </p:embeddedFont>
    <p:embeddedFont>
      <p:font typeface="맑은 고딕" panose="020B0503020000020004" pitchFamily="50" charset="-127"/>
      <p:regular r:id="rId24"/>
      <p:bold r:id="rId25"/>
    </p:embeddedFont>
  </p:embeddedFontLst>
  <p:defaultTextStyle>
    <a:defPPr>
      <a:defRPr lang="ko-KR"/>
    </a:defPPr>
    <a:lvl1pPr algn="ctr" rtl="0" fontAlgn="base" latinLnBrk="1">
      <a:spcBef>
        <a:spcPct val="50000"/>
      </a:spcBef>
      <a:spcAft>
        <a:spcPct val="0"/>
      </a:spcAft>
      <a:defRPr kumimoji="1" kern="1200">
        <a:solidFill>
          <a:schemeClr val="tx1"/>
        </a:solidFill>
        <a:latin typeface="산돌고딕B" pitchFamily="18" charset="-127"/>
        <a:ea typeface="산돌고딕B" pitchFamily="18" charset="-127"/>
        <a:cs typeface="+mn-cs"/>
      </a:defRPr>
    </a:lvl1pPr>
    <a:lvl2pPr marL="457200" algn="ctr" rtl="0" fontAlgn="base" latinLnBrk="1">
      <a:spcBef>
        <a:spcPct val="50000"/>
      </a:spcBef>
      <a:spcAft>
        <a:spcPct val="0"/>
      </a:spcAft>
      <a:defRPr kumimoji="1" kern="1200">
        <a:solidFill>
          <a:schemeClr val="tx1"/>
        </a:solidFill>
        <a:latin typeface="산돌고딕B" pitchFamily="18" charset="-127"/>
        <a:ea typeface="산돌고딕B" pitchFamily="18" charset="-127"/>
        <a:cs typeface="+mn-cs"/>
      </a:defRPr>
    </a:lvl2pPr>
    <a:lvl3pPr marL="914400" algn="ctr" rtl="0" fontAlgn="base" latinLnBrk="1">
      <a:spcBef>
        <a:spcPct val="50000"/>
      </a:spcBef>
      <a:spcAft>
        <a:spcPct val="0"/>
      </a:spcAft>
      <a:defRPr kumimoji="1" kern="1200">
        <a:solidFill>
          <a:schemeClr val="tx1"/>
        </a:solidFill>
        <a:latin typeface="산돌고딕B" pitchFamily="18" charset="-127"/>
        <a:ea typeface="산돌고딕B" pitchFamily="18" charset="-127"/>
        <a:cs typeface="+mn-cs"/>
      </a:defRPr>
    </a:lvl3pPr>
    <a:lvl4pPr marL="1371600" algn="ctr" rtl="0" fontAlgn="base" latinLnBrk="1">
      <a:spcBef>
        <a:spcPct val="50000"/>
      </a:spcBef>
      <a:spcAft>
        <a:spcPct val="0"/>
      </a:spcAft>
      <a:defRPr kumimoji="1" kern="1200">
        <a:solidFill>
          <a:schemeClr val="tx1"/>
        </a:solidFill>
        <a:latin typeface="산돌고딕B" pitchFamily="18" charset="-127"/>
        <a:ea typeface="산돌고딕B" pitchFamily="18" charset="-127"/>
        <a:cs typeface="+mn-cs"/>
      </a:defRPr>
    </a:lvl4pPr>
    <a:lvl5pPr marL="1828800" algn="ctr" rtl="0" fontAlgn="base" latinLnBrk="1">
      <a:spcBef>
        <a:spcPct val="50000"/>
      </a:spcBef>
      <a:spcAft>
        <a:spcPct val="0"/>
      </a:spcAft>
      <a:defRPr kumimoji="1" kern="1200">
        <a:solidFill>
          <a:schemeClr val="tx1"/>
        </a:solidFill>
        <a:latin typeface="산돌고딕B" pitchFamily="18" charset="-127"/>
        <a:ea typeface="산돌고딕B" pitchFamily="18" charset="-127"/>
        <a:cs typeface="+mn-cs"/>
      </a:defRPr>
    </a:lvl5pPr>
    <a:lvl6pPr marL="2286000" algn="l" defTabSz="914400" rtl="0" eaLnBrk="1" latinLnBrk="1" hangingPunct="1">
      <a:defRPr kumimoji="1" kern="1200">
        <a:solidFill>
          <a:schemeClr val="tx1"/>
        </a:solidFill>
        <a:latin typeface="산돌고딕B" pitchFamily="18" charset="-127"/>
        <a:ea typeface="산돌고딕B" pitchFamily="18" charset="-127"/>
        <a:cs typeface="+mn-cs"/>
      </a:defRPr>
    </a:lvl6pPr>
    <a:lvl7pPr marL="2743200" algn="l" defTabSz="914400" rtl="0" eaLnBrk="1" latinLnBrk="1" hangingPunct="1">
      <a:defRPr kumimoji="1" kern="1200">
        <a:solidFill>
          <a:schemeClr val="tx1"/>
        </a:solidFill>
        <a:latin typeface="산돌고딕B" pitchFamily="18" charset="-127"/>
        <a:ea typeface="산돌고딕B" pitchFamily="18" charset="-127"/>
        <a:cs typeface="+mn-cs"/>
      </a:defRPr>
    </a:lvl7pPr>
    <a:lvl8pPr marL="3200400" algn="l" defTabSz="914400" rtl="0" eaLnBrk="1" latinLnBrk="1" hangingPunct="1">
      <a:defRPr kumimoji="1" kern="1200">
        <a:solidFill>
          <a:schemeClr val="tx1"/>
        </a:solidFill>
        <a:latin typeface="산돌고딕B" pitchFamily="18" charset="-127"/>
        <a:ea typeface="산돌고딕B" pitchFamily="18" charset="-127"/>
        <a:cs typeface="+mn-cs"/>
      </a:defRPr>
    </a:lvl8pPr>
    <a:lvl9pPr marL="3657600" algn="l" defTabSz="914400" rtl="0" eaLnBrk="1" latinLnBrk="1" hangingPunct="1">
      <a:defRPr kumimoji="1" kern="1200">
        <a:solidFill>
          <a:schemeClr val="tx1"/>
        </a:solidFill>
        <a:latin typeface="산돌고딕B" pitchFamily="18" charset="-127"/>
        <a:ea typeface="산돌고딕B" pitchFamily="18" charset="-127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4065" userDrawn="1">
          <p15:clr>
            <a:srgbClr val="A4A3A4"/>
          </p15:clr>
        </p15:guide>
        <p15:guide id="2" orient="horz" pos="1071" userDrawn="1">
          <p15:clr>
            <a:srgbClr val="A4A3A4"/>
          </p15:clr>
        </p15:guide>
        <p15:guide id="4" orient="horz" userDrawn="1">
          <p15:clr>
            <a:srgbClr val="A4A3A4"/>
          </p15:clr>
        </p15:guide>
        <p15:guide id="6" pos="6068" userDrawn="1">
          <p15:clr>
            <a:srgbClr val="A4A3A4"/>
          </p15:clr>
        </p15:guide>
        <p15:guide id="7" pos="172" userDrawn="1">
          <p15:clr>
            <a:srgbClr val="A4A3A4"/>
          </p15:clr>
        </p15:guide>
        <p15:guide id="11" pos="3120" userDrawn="1">
          <p15:clr>
            <a:srgbClr val="A4A3A4"/>
          </p15:clr>
        </p15:guide>
        <p15:guide id="12" orient="horz" pos="3566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222" userDrawn="1">
          <p15:clr>
            <a:srgbClr val="A4A3A4"/>
          </p15:clr>
        </p15:guide>
        <p15:guide id="2" pos="2239" userDrawn="1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14099"/>
    <a:srgbClr val="009900"/>
    <a:srgbClr val="4A7EBB"/>
    <a:srgbClr val="33CC33"/>
    <a:srgbClr val="FF6600"/>
    <a:srgbClr val="006666"/>
    <a:srgbClr val="5EC7D4"/>
    <a:srgbClr val="F6F1F0"/>
    <a:srgbClr val="2F5596"/>
    <a:srgbClr val="00BCA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C2FFA5D-87B4-456A-9821-1D502468CF0F}" styleName="테마 스타일 1 - 강조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69012ECD-51FC-41F1-AA8D-1B2483CD663E}" styleName="밝은 스타일 2 - 강조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301B821-A1FF-4177-AEE7-76D212191A09}" styleName="보통 스타일 1 - 강조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0000" autoAdjust="0"/>
    <p:restoredTop sz="94066" autoAdjust="0"/>
  </p:normalViewPr>
  <p:slideViewPr>
    <p:cSldViewPr showGuides="1">
      <p:cViewPr varScale="1">
        <p:scale>
          <a:sx n="103" d="100"/>
          <a:sy n="103" d="100"/>
        </p:scale>
        <p:origin x="1278" y="102"/>
      </p:cViewPr>
      <p:guideLst>
        <p:guide orient="horz" pos="4065"/>
        <p:guide orient="horz" pos="1071"/>
        <p:guide orient="horz"/>
        <p:guide pos="6068"/>
        <p:guide pos="172"/>
        <p:guide pos="3120"/>
        <p:guide orient="horz" pos="3566"/>
      </p:guideLst>
    </p:cSldViewPr>
  </p:slideViewPr>
  <p:notesTextViewPr>
    <p:cViewPr>
      <p:scale>
        <a:sx n="125" d="100"/>
        <a:sy n="125" d="100"/>
      </p:scale>
      <p:origin x="0" y="0"/>
    </p:cViewPr>
  </p:notesTextViewPr>
  <p:sorterViewPr>
    <p:cViewPr>
      <p:scale>
        <a:sx n="66" d="100"/>
        <a:sy n="66" d="100"/>
      </p:scale>
      <p:origin x="0" y="876"/>
    </p:cViewPr>
  </p:sorterViewPr>
  <p:notesViewPr>
    <p:cSldViewPr>
      <p:cViewPr varScale="1">
        <p:scale>
          <a:sx n="114" d="100"/>
          <a:sy n="114" d="100"/>
        </p:scale>
        <p:origin x="5196" y="120"/>
      </p:cViewPr>
      <p:guideLst>
        <p:guide orient="horz" pos="3222"/>
        <p:guide pos="2239"/>
      </p:guideLst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handoutMaster" Target="handoutMasters/handoutMaster1.xml"/><Relationship Id="rId14" Type="http://schemas.openxmlformats.org/officeDocument/2006/relationships/font" Target="fonts/font1.fntdata"/><Relationship Id="rId15" Type="http://schemas.openxmlformats.org/officeDocument/2006/relationships/font" Target="fonts/font2.fntdata"/><Relationship Id="rId16" Type="http://schemas.openxmlformats.org/officeDocument/2006/relationships/font" Target="fonts/font3.fntdata"/><Relationship Id="rId17" Type="http://schemas.openxmlformats.org/officeDocument/2006/relationships/font" Target="fonts/font4.fntdata"/><Relationship Id="rId18" Type="http://schemas.openxmlformats.org/officeDocument/2006/relationships/font" Target="fonts/font5.fntdata"/><Relationship Id="rId19" Type="http://schemas.openxmlformats.org/officeDocument/2006/relationships/font" Target="fonts/font6.fntdata"/><Relationship Id="rId20" Type="http://schemas.openxmlformats.org/officeDocument/2006/relationships/font" Target="fonts/font7.fntdata"/><Relationship Id="rId21" Type="http://schemas.openxmlformats.org/officeDocument/2006/relationships/font" Target="fonts/font8.fntdata"/><Relationship Id="rId22" Type="http://schemas.openxmlformats.org/officeDocument/2006/relationships/font" Target="fonts/font9.fntdata"/><Relationship Id="rId23" Type="http://schemas.openxmlformats.org/officeDocument/2006/relationships/font" Target="fonts/font10.fntdata"/><Relationship Id="rId24" Type="http://schemas.openxmlformats.org/officeDocument/2006/relationships/font" Target="fonts/font11.fntdata"/><Relationship Id="rId25" Type="http://schemas.openxmlformats.org/officeDocument/2006/relationships/font" Target="fonts/font12.fntdata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Relationship Id="rId30" Type="http://schemas.openxmlformats.org/officeDocument/2006/relationships/slide" Target="slides/slide11.xml"/><Relationship Id="rId31" Type="http://schemas.openxmlformats.org/officeDocument/2006/relationships/slide" Target="slides/slide12.xml"/><Relationship Id="rId32" Type="http://schemas.openxmlformats.org/officeDocument/2006/relationships/slide" Target="slides/slide13.xml"/><Relationship Id="rId33" Type="http://schemas.openxmlformats.org/officeDocument/2006/relationships/slide" Target="slides/slide14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1" y="4"/>
            <a:ext cx="3078762" cy="511813"/>
          </a:xfrm>
          <a:prstGeom prst="rect">
            <a:avLst/>
          </a:prstGeom>
        </p:spPr>
        <p:txBody>
          <a:bodyPr vert="horz" lIns="95569" tIns="47784" rIns="95569" bIns="47784" rtlCol="0"/>
          <a:lstStyle>
            <a:lvl1pPr algn="l">
              <a:defRPr sz="1300"/>
            </a:lvl1pPr>
          </a:lstStyle>
          <a:p>
            <a:endParaRPr lang="ko-KR" altLang="en-US" dirty="0">
              <a:latin typeface="KoPub돋움체 Bold" panose="00000800000000000000" pitchFamily="2" charset="-127"/>
              <a:ea typeface="KoPub돋움체 Bold" panose="00000800000000000000" pitchFamily="2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4023647" y="4"/>
            <a:ext cx="3078762" cy="511813"/>
          </a:xfrm>
          <a:prstGeom prst="rect">
            <a:avLst/>
          </a:prstGeom>
        </p:spPr>
        <p:txBody>
          <a:bodyPr vert="horz" lIns="95569" tIns="47784" rIns="95569" bIns="47784" rtlCol="0"/>
          <a:lstStyle>
            <a:lvl1pPr algn="r">
              <a:defRPr sz="1300"/>
            </a:lvl1pPr>
          </a:lstStyle>
          <a:p>
            <a:fld id="{3E987FDE-81F0-4B47-AB5B-4B096379894B}" type="datetimeFigureOut">
              <a:rPr lang="ko-KR" altLang="en-US" smtClean="0">
                <a:latin typeface="KoPub돋움체 Bold" panose="00000800000000000000" pitchFamily="2" charset="-127"/>
                <a:ea typeface="KoPub돋움체 Bold" panose="00000800000000000000" pitchFamily="2" charset="-127"/>
              </a:rPr>
              <a:pPr/>
              <a:t>2026-08-18</a:t>
            </a:fld>
            <a:endParaRPr lang="ko-KR" altLang="en-US" dirty="0">
              <a:latin typeface="KoPub돋움체 Bold" panose="00000800000000000000" pitchFamily="2" charset="-127"/>
              <a:ea typeface="KoPub돋움체 Bold" panose="00000800000000000000" pitchFamily="2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1" y="9721155"/>
            <a:ext cx="3078762" cy="511812"/>
          </a:xfrm>
          <a:prstGeom prst="rect">
            <a:avLst/>
          </a:prstGeom>
        </p:spPr>
        <p:txBody>
          <a:bodyPr vert="horz" lIns="95569" tIns="47784" rIns="95569" bIns="47784" rtlCol="0" anchor="b"/>
          <a:lstStyle>
            <a:lvl1pPr algn="l">
              <a:defRPr sz="1300"/>
            </a:lvl1pPr>
          </a:lstStyle>
          <a:p>
            <a:endParaRPr lang="ko-KR" altLang="en-US" dirty="0">
              <a:latin typeface="KoPub돋움체 Bold" panose="00000800000000000000" pitchFamily="2" charset="-127"/>
              <a:ea typeface="KoPub돋움체 Bold" panose="00000800000000000000" pitchFamily="2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4023647" y="9721155"/>
            <a:ext cx="3078762" cy="511812"/>
          </a:xfrm>
          <a:prstGeom prst="rect">
            <a:avLst/>
          </a:prstGeom>
        </p:spPr>
        <p:txBody>
          <a:bodyPr vert="horz" lIns="95569" tIns="47784" rIns="95569" bIns="47784" rtlCol="0" anchor="b"/>
          <a:lstStyle>
            <a:lvl1pPr algn="r">
              <a:defRPr sz="1300"/>
            </a:lvl1pPr>
          </a:lstStyle>
          <a:p>
            <a:fld id="{FA841F78-DC43-4BD1-833B-B52A54EA3C51}" type="slidenum">
              <a:rPr lang="ko-KR" altLang="en-US" smtClean="0">
                <a:latin typeface="KoPub돋움체 Bold" panose="00000800000000000000" pitchFamily="2" charset="-127"/>
                <a:ea typeface="KoPub돋움체 Bold" panose="00000800000000000000" pitchFamily="2" charset="-127"/>
              </a:rPr>
              <a:pPr/>
              <a:t>‹#›</a:t>
            </a:fld>
            <a:endParaRPr lang="ko-KR" altLang="en-US" dirty="0">
              <a:latin typeface="KoPub돋움체 Bold" panose="00000800000000000000" pitchFamily="2" charset="-127"/>
              <a:ea typeface="KoPub돋움체 Bold" panose="000008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5910943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78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3" y="7"/>
            <a:ext cx="3079203" cy="51230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5214" tIns="47607" rIns="95214" bIns="47607" numCol="1" anchor="t" anchorCtr="0" compatLnSpc="1">
            <a:prstTxWarp prst="textNoShape">
              <a:avLst/>
            </a:prstTxWarp>
          </a:bodyPr>
          <a:lstStyle>
            <a:lvl1pPr algn="l" eaLnBrk="0" hangingPunct="0">
              <a:defRPr sz="1300">
                <a:latin typeface="KoPub돋움체 Bold" panose="00000800000000000000" pitchFamily="2" charset="-127"/>
                <a:ea typeface="KoPub돋움체 Bold" panose="00000800000000000000" pitchFamily="2" charset="-127"/>
              </a:defRPr>
            </a:lvl1pPr>
          </a:lstStyle>
          <a:p>
            <a:pPr>
              <a:defRPr/>
            </a:pPr>
            <a:endParaRPr lang="en-US" altLang="ko-KR" dirty="0"/>
          </a:p>
        </p:txBody>
      </p:sp>
      <p:sp>
        <p:nvSpPr>
          <p:cNvPr id="50179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4023206" y="7"/>
            <a:ext cx="3079203" cy="51230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5214" tIns="47607" rIns="95214" bIns="47607" numCol="1" anchor="t" anchorCtr="0" compatLnSpc="1">
            <a:prstTxWarp prst="textNoShape">
              <a:avLst/>
            </a:prstTxWarp>
          </a:bodyPr>
          <a:lstStyle>
            <a:lvl1pPr algn="r" eaLnBrk="0" hangingPunct="0">
              <a:defRPr sz="1300">
                <a:latin typeface="KoPub돋움체 Bold" panose="00000800000000000000" pitchFamily="2" charset="-127"/>
                <a:ea typeface="KoPub돋움체 Bold" panose="00000800000000000000" pitchFamily="2" charset="-127"/>
              </a:defRPr>
            </a:lvl1pPr>
          </a:lstStyle>
          <a:p>
            <a:pPr>
              <a:defRPr/>
            </a:pPr>
            <a:fld id="{9B44FAE6-1E84-4284-B90D-5162B3CB7787}" type="datetimeFigureOut">
              <a:rPr lang="ko-KR" altLang="en-US" smtClean="0"/>
              <a:pPr>
                <a:defRPr/>
              </a:pPr>
              <a:t>2026-08-18</a:t>
            </a:fld>
            <a:endParaRPr lang="en-US" altLang="ko-KR" dirty="0"/>
          </a:p>
        </p:txBody>
      </p:sp>
      <p:sp>
        <p:nvSpPr>
          <p:cNvPr id="23556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777875" y="766763"/>
            <a:ext cx="5548313" cy="3840162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50181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710077" y="4861162"/>
            <a:ext cx="5683915" cy="460582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5214" tIns="47607" rIns="95214" bIns="47607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 noProof="0"/>
              <a:t>마스터 텍스트 스타일을 편집합니다</a:t>
            </a:r>
          </a:p>
          <a:p>
            <a:pPr lvl="1"/>
            <a:r>
              <a:rPr lang="ko-KR" altLang="en-US" noProof="0"/>
              <a:t>둘째 수준</a:t>
            </a:r>
          </a:p>
          <a:p>
            <a:pPr lvl="2"/>
            <a:r>
              <a:rPr lang="ko-KR" altLang="en-US" noProof="0"/>
              <a:t>셋째 수준</a:t>
            </a:r>
          </a:p>
          <a:p>
            <a:pPr lvl="3"/>
            <a:r>
              <a:rPr lang="ko-KR" altLang="en-US" noProof="0"/>
              <a:t>넷째 수준</a:t>
            </a:r>
          </a:p>
          <a:p>
            <a:pPr lvl="4"/>
            <a:r>
              <a:rPr lang="ko-KR" altLang="en-US" noProof="0"/>
              <a:t>다섯째 수준</a:t>
            </a:r>
          </a:p>
        </p:txBody>
      </p:sp>
      <p:sp>
        <p:nvSpPr>
          <p:cNvPr id="50182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3" y="9720675"/>
            <a:ext cx="3079203" cy="5123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5214" tIns="47607" rIns="95214" bIns="47607" numCol="1" anchor="b" anchorCtr="0" compatLnSpc="1">
            <a:prstTxWarp prst="textNoShape">
              <a:avLst/>
            </a:prstTxWarp>
          </a:bodyPr>
          <a:lstStyle>
            <a:lvl1pPr algn="l" eaLnBrk="0" hangingPunct="0">
              <a:defRPr sz="1300">
                <a:latin typeface="KoPub돋움체 Bold" panose="00000800000000000000" pitchFamily="2" charset="-127"/>
                <a:ea typeface="KoPub돋움체 Bold" panose="00000800000000000000" pitchFamily="2" charset="-127"/>
              </a:defRPr>
            </a:lvl1pPr>
          </a:lstStyle>
          <a:p>
            <a:pPr>
              <a:defRPr/>
            </a:pP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4182892985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맑은 고딕" pitchFamily="50" charset="-127"/>
        <a:ea typeface="맑은 고딕" pitchFamily="50" charset="-127"/>
        <a:cs typeface="+mn-cs"/>
      </a:defRPr>
    </a:lvl1pPr>
    <a:lvl2pPr marL="457200"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맑은 고딕" pitchFamily="50" charset="-127"/>
        <a:ea typeface="맑은 고딕" pitchFamily="50" charset="-127"/>
        <a:cs typeface="+mn-cs"/>
      </a:defRPr>
    </a:lvl2pPr>
    <a:lvl3pPr marL="914400"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맑은 고딕" pitchFamily="50" charset="-127"/>
        <a:ea typeface="맑은 고딕" pitchFamily="50" charset="-127"/>
        <a:cs typeface="+mn-cs"/>
      </a:defRPr>
    </a:lvl3pPr>
    <a:lvl4pPr marL="1371600"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맑은 고딕" pitchFamily="50" charset="-127"/>
        <a:ea typeface="맑은 고딕" pitchFamily="50" charset="-127"/>
        <a:cs typeface="+mn-cs"/>
      </a:defRPr>
    </a:lvl4pPr>
    <a:lvl5pPr marL="1828800"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맑은 고딕" pitchFamily="50" charset="-127"/>
        <a:ea typeface="맑은 고딕" pitchFamily="50" charset="-127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777875" y="766763"/>
            <a:ext cx="5548313" cy="3840162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55999456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777875" y="766763"/>
            <a:ext cx="5548313" cy="3840162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55921378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777875" y="766763"/>
            <a:ext cx="5548313" cy="3840162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5428750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82C6E1-EADA-4307-0B4E-F63219FB78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9F9B7B4-6AB6-B4D4-65A2-3C815A88E1E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D93FFCB-4CE8-C51B-B2D5-80681581E87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946678">
              <a:defRPr/>
            </a:pP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53391503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2F3663-DEFB-C6FD-7E50-6F69C684B3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74CA2D7-7C5D-0E85-2898-BDD4A41F0F2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899E713-D795-3AF4-A884-C20B5765219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946678">
              <a:defRPr/>
            </a:pP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5163952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777875" y="766763"/>
            <a:ext cx="5548313" cy="3840162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75047916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기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45420252"/>
      </p:ext>
    </p:extLst>
  </p:cSld>
  <p:clrMapOvr>
    <a:masterClrMapping/>
  </p:clrMapOvr>
  <p:transition>
    <p:fade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장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직사각형 46"/>
          <p:cNvSpPr/>
          <p:nvPr userDrawn="1"/>
        </p:nvSpPr>
        <p:spPr>
          <a:xfrm>
            <a:off x="409676" y="64443"/>
            <a:ext cx="4471316" cy="253916"/>
          </a:xfrm>
          <a:prstGeom prst="rect">
            <a:avLst/>
          </a:prstGeom>
        </p:spPr>
        <p:txBody>
          <a:bodyPr wrap="square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marL="0" marR="0" lvl="1" indent="-85725" algn="l" defTabSz="914395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8400"/>
              </a:buClr>
              <a:buSzPct val="140000"/>
              <a:buFontTx/>
              <a:buNone/>
              <a:tabLst>
                <a:tab pos="5645238" algn="l"/>
              </a:tabLst>
              <a:defRPr/>
            </a:pPr>
            <a:r>
              <a:rPr kumimoji="1" lang="ko-KR" altLang="en-US" sz="1050" b="0" i="0" kern="1200" spc="-100" baseline="0">
                <a:solidFill>
                  <a:schemeClr val="tx1">
                    <a:lumMod val="65000"/>
                    <a:lumOff val="35000"/>
                  </a:schemeClr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국가기준점 지자기측량 발전방안 연구</a:t>
            </a:r>
            <a:endParaRPr kumimoji="1" lang="ko-KR" altLang="en-US" sz="1050" b="0" i="0" kern="1200" spc="-100" baseline="0" dirty="0">
              <a:solidFill>
                <a:schemeClr val="tx1">
                  <a:lumMod val="65000"/>
                  <a:lumOff val="35000"/>
                </a:schemeClr>
              </a:solidFill>
              <a:latin typeface="KoPub돋움체 Medium" panose="00000600000000000000" pitchFamily="2" charset="-127"/>
              <a:ea typeface="KoPub돋움체 Medium" panose="00000600000000000000" pitchFamily="2" charset="-127"/>
              <a:cs typeface="+mn-cs"/>
              <a:sym typeface="Monotype Sorts"/>
            </a:endParaRPr>
          </a:p>
        </p:txBody>
      </p:sp>
      <p:grpSp>
        <p:nvGrpSpPr>
          <p:cNvPr id="10" name="그룹 9"/>
          <p:cNvGrpSpPr/>
          <p:nvPr userDrawn="1"/>
        </p:nvGrpSpPr>
        <p:grpSpPr>
          <a:xfrm>
            <a:off x="2" y="179041"/>
            <a:ext cx="9905999" cy="845935"/>
            <a:chOff x="0" y="179039"/>
            <a:chExt cx="9905999" cy="845935"/>
          </a:xfrm>
        </p:grpSpPr>
        <p:sp>
          <p:nvSpPr>
            <p:cNvPr id="11" name="직사각형 10">
              <a:extLst>
                <a:ext uri="{FF2B5EF4-FFF2-40B4-BE49-F238E27FC236}">
                  <a16:creationId xmlns:a16="http://schemas.microsoft.com/office/drawing/2014/main" id="{3BC8E508-6C13-4058-B8E4-A9A3D835C96C}"/>
                </a:ext>
              </a:extLst>
            </p:cNvPr>
            <p:cNvSpPr/>
            <p:nvPr userDrawn="1"/>
          </p:nvSpPr>
          <p:spPr>
            <a:xfrm>
              <a:off x="0" y="336883"/>
              <a:ext cx="9905999" cy="530249"/>
            </a:xfrm>
            <a:prstGeom prst="rect">
              <a:avLst/>
            </a:prstGeom>
            <a:solidFill>
              <a:srgbClr val="2F5597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KoPub돋움체 Medium" panose="00000600000000000000" pitchFamily="2" charset="-127"/>
                <a:ea typeface="KoPub돋움체 Medium" panose="00000600000000000000" pitchFamily="2" charset="-127"/>
              </a:endParaRPr>
            </a:p>
          </p:txBody>
        </p:sp>
        <p:sp>
          <p:nvSpPr>
            <p:cNvPr id="12" name="양쪽 모서리가 둥근 사각형 11"/>
            <p:cNvSpPr/>
            <p:nvPr userDrawn="1"/>
          </p:nvSpPr>
          <p:spPr bwMode="auto">
            <a:xfrm rot="10800000">
              <a:off x="8476721" y="179039"/>
              <a:ext cx="1102314" cy="845935"/>
            </a:xfrm>
            <a:prstGeom prst="round2SameRect">
              <a:avLst/>
            </a:prstGeom>
            <a:solidFill>
              <a:schemeClr val="bg1"/>
            </a:solidFill>
            <a:ln w="57150" cap="flat" cmpd="sng" algn="ctr">
              <a:solidFill>
                <a:srgbClr val="00B0F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algn="l">
                <a:spcBef>
                  <a:spcPct val="0"/>
                </a:spcBef>
              </a:pPr>
              <a:endParaRPr lang="ko-KR" altLang="en-US" dirty="0">
                <a:solidFill>
                  <a:prstClr val="black"/>
                </a:solidFill>
                <a:latin typeface="KoPub돋움체 Medium" panose="00000600000000000000" pitchFamily="2" charset="-127"/>
                <a:ea typeface="굴림" charset="-127"/>
              </a:endParaRPr>
            </a:p>
          </p:txBody>
        </p:sp>
        <p:grpSp>
          <p:nvGrpSpPr>
            <p:cNvPr id="13" name="그룹 12"/>
            <p:cNvGrpSpPr/>
            <p:nvPr userDrawn="1"/>
          </p:nvGrpSpPr>
          <p:grpSpPr>
            <a:xfrm>
              <a:off x="8403446" y="219120"/>
              <a:ext cx="1248865" cy="713109"/>
              <a:chOff x="387318" y="361291"/>
              <a:chExt cx="1248865" cy="713109"/>
            </a:xfrm>
          </p:grpSpPr>
          <p:sp>
            <p:nvSpPr>
              <p:cNvPr id="14" name="TextBox 13"/>
              <p:cNvSpPr txBox="1"/>
              <p:nvPr userDrawn="1"/>
            </p:nvSpPr>
            <p:spPr>
              <a:xfrm>
                <a:off x="387318" y="735846"/>
                <a:ext cx="1248865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  <a:scene3d>
                  <a:camera prst="orthographicFront"/>
                  <a:lightRig rig="threePt" dir="t"/>
                </a:scene3d>
                <a:sp3d>
                  <a:bevelT w="0" h="38100"/>
                </a:sp3d>
              </a:bodyPr>
              <a:lstStyle/>
              <a:p>
                <a:pPr>
                  <a:spcBef>
                    <a:spcPts val="19"/>
                  </a:spcBef>
                </a:pPr>
                <a:r>
                  <a:rPr lang="ko-KR" altLang="en-US" sz="1600" spc="-149" dirty="0">
                    <a:solidFill>
                      <a:srgbClr val="2F5597"/>
                    </a:solidFill>
                    <a:latin typeface="KoPub돋움체 Bold" panose="02020603020101020101" pitchFamily="18" charset="-127"/>
                    <a:ea typeface="KoPub돋움체 Bold" panose="02020603020101020101" pitchFamily="18" charset="-127"/>
                  </a:rPr>
                  <a:t>연구 개요</a:t>
                </a:r>
              </a:p>
            </p:txBody>
          </p:sp>
          <p:sp>
            <p:nvSpPr>
              <p:cNvPr id="15" name="TextBox 14"/>
              <p:cNvSpPr txBox="1"/>
              <p:nvPr userDrawn="1"/>
            </p:nvSpPr>
            <p:spPr>
              <a:xfrm>
                <a:off x="682019" y="361291"/>
                <a:ext cx="659462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  <a:scene3d>
                  <a:camera prst="orthographicFront"/>
                  <a:lightRig rig="threePt" dir="t"/>
                </a:scene3d>
                <a:sp3d>
                  <a:bevelT w="0" h="38100"/>
                </a:sp3d>
              </a:bodyPr>
              <a:lstStyle/>
              <a:p>
                <a:pPr>
                  <a:spcBef>
                    <a:spcPts val="19"/>
                  </a:spcBef>
                </a:pPr>
                <a:r>
                  <a:rPr lang="en-US" altLang="ko-KR" sz="2400" b="1" spc="-149" dirty="0">
                    <a:solidFill>
                      <a:srgbClr val="2F5597"/>
                    </a:solidFill>
                    <a:latin typeface="KoPub바탕체 Bold" panose="02020603020101020101" pitchFamily="18" charset="-127"/>
                    <a:ea typeface="KoPub바탕체 Bold" panose="02020603020101020101" pitchFamily="18" charset="-127"/>
                  </a:rPr>
                  <a:t>Ⅰ</a:t>
                </a:r>
              </a:p>
            </p:txBody>
          </p:sp>
        </p:grpSp>
      </p:grpSp>
      <p:pic>
        <p:nvPicPr>
          <p:cNvPr id="16" name="그림 15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4489" y="6453338"/>
            <a:ext cx="1315921" cy="2895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6633709"/>
      </p:ext>
    </p:extLst>
  </p:cSld>
  <p:clrMapOvr>
    <a:masterClrMapping/>
  </p:clrMapOvr>
  <p:transition>
    <p:fade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장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그룹 25"/>
          <p:cNvGrpSpPr/>
          <p:nvPr userDrawn="1"/>
        </p:nvGrpSpPr>
        <p:grpSpPr>
          <a:xfrm>
            <a:off x="8409385" y="2573372"/>
            <a:ext cx="1248865" cy="697720"/>
            <a:chOff x="387318" y="361291"/>
            <a:chExt cx="1248865" cy="697720"/>
          </a:xfrm>
        </p:grpSpPr>
        <p:sp>
          <p:nvSpPr>
            <p:cNvPr id="27" name="TextBox 26"/>
            <p:cNvSpPr txBox="1"/>
            <p:nvPr userDrawn="1"/>
          </p:nvSpPr>
          <p:spPr>
            <a:xfrm>
              <a:off x="387318" y="735846"/>
              <a:ext cx="1248865" cy="323165"/>
            </a:xfrm>
            <a:prstGeom prst="rect">
              <a:avLst/>
            </a:prstGeom>
            <a:noFill/>
          </p:spPr>
          <p:txBody>
            <a:bodyPr wrap="square" rtlCol="0">
              <a:spAutoFit/>
              <a:scene3d>
                <a:camera prst="orthographicFront"/>
                <a:lightRig rig="threePt" dir="t"/>
              </a:scene3d>
              <a:sp3d>
                <a:bevelT w="0" h="38100"/>
              </a:sp3d>
            </a:bodyPr>
            <a:lstStyle/>
            <a:p>
              <a:pPr>
                <a:spcBef>
                  <a:spcPts val="19"/>
                </a:spcBef>
              </a:pPr>
              <a:endParaRPr lang="ko-KR" altLang="en-US" sz="1500" spc="-200" baseline="0" dirty="0">
                <a:solidFill>
                  <a:srgbClr val="2F5597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endParaRPr>
            </a:p>
          </p:txBody>
        </p:sp>
        <p:sp>
          <p:nvSpPr>
            <p:cNvPr id="28" name="TextBox 27"/>
            <p:cNvSpPr txBox="1"/>
            <p:nvPr userDrawn="1"/>
          </p:nvSpPr>
          <p:spPr>
            <a:xfrm>
              <a:off x="661699" y="361291"/>
              <a:ext cx="65946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  <a:scene3d>
                <a:camera prst="orthographicFront"/>
                <a:lightRig rig="threePt" dir="t"/>
              </a:scene3d>
              <a:sp3d>
                <a:bevelT w="0" h="38100"/>
              </a:sp3d>
            </a:bodyPr>
            <a:lstStyle/>
            <a:p>
              <a:pPr>
                <a:spcBef>
                  <a:spcPts val="19"/>
                </a:spcBef>
              </a:pPr>
              <a:endParaRPr lang="en-US" altLang="ko-KR" sz="2400" b="1" spc="-149" dirty="0">
                <a:solidFill>
                  <a:srgbClr val="2F5597"/>
                </a:solidFill>
                <a:latin typeface="KoPub바탕체 Bold" panose="02020603020101020101" pitchFamily="18" charset="-127"/>
                <a:ea typeface="KoPub바탕체 Bold" panose="02020603020101020101" pitchFamily="18" charset="-127"/>
              </a:endParaRPr>
            </a:p>
          </p:txBody>
        </p:sp>
      </p:grpSp>
      <p:sp>
        <p:nvSpPr>
          <p:cNvPr id="30" name="직사각형 29"/>
          <p:cNvSpPr/>
          <p:nvPr userDrawn="1"/>
        </p:nvSpPr>
        <p:spPr>
          <a:xfrm>
            <a:off x="409676" y="64443"/>
            <a:ext cx="4471316" cy="253916"/>
          </a:xfrm>
          <a:prstGeom prst="rect">
            <a:avLst/>
          </a:prstGeom>
        </p:spPr>
        <p:txBody>
          <a:bodyPr wrap="square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marL="0" marR="0" lvl="1" indent="-85725" algn="l" defTabSz="914395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8400"/>
              </a:buClr>
              <a:buSzPct val="140000"/>
              <a:buFontTx/>
              <a:buNone/>
              <a:tabLst>
                <a:tab pos="5645238" algn="l"/>
              </a:tabLst>
              <a:defRPr/>
            </a:pPr>
            <a:r>
              <a:rPr kumimoji="1" lang="ko-KR" altLang="en-US" sz="1050" b="0" i="0" kern="1200" spc="-100" baseline="0">
                <a:solidFill>
                  <a:schemeClr val="tx1">
                    <a:lumMod val="65000"/>
                    <a:lumOff val="35000"/>
                  </a:schemeClr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국가기준점 지자기측량 발전방안 연구</a:t>
            </a:r>
            <a:endParaRPr kumimoji="1" lang="ko-KR" altLang="en-US" sz="1050" b="0" i="0" kern="1200" spc="-100" baseline="0" dirty="0">
              <a:solidFill>
                <a:schemeClr val="tx1">
                  <a:lumMod val="65000"/>
                  <a:lumOff val="35000"/>
                </a:schemeClr>
              </a:solidFill>
              <a:latin typeface="KoPub돋움체 Medium" panose="00000600000000000000" pitchFamily="2" charset="-127"/>
              <a:ea typeface="KoPub돋움체 Medium" panose="00000600000000000000" pitchFamily="2" charset="-127"/>
              <a:cs typeface="+mn-cs"/>
              <a:sym typeface="Monotype Sorts"/>
            </a:endParaRPr>
          </a:p>
        </p:txBody>
      </p:sp>
      <p:grpSp>
        <p:nvGrpSpPr>
          <p:cNvPr id="10" name="그룹 9"/>
          <p:cNvGrpSpPr/>
          <p:nvPr userDrawn="1"/>
        </p:nvGrpSpPr>
        <p:grpSpPr>
          <a:xfrm>
            <a:off x="2" y="179041"/>
            <a:ext cx="9905999" cy="845935"/>
            <a:chOff x="0" y="179039"/>
            <a:chExt cx="9905999" cy="845935"/>
          </a:xfrm>
        </p:grpSpPr>
        <p:sp>
          <p:nvSpPr>
            <p:cNvPr id="11" name="직사각형 10">
              <a:extLst>
                <a:ext uri="{FF2B5EF4-FFF2-40B4-BE49-F238E27FC236}">
                  <a16:creationId xmlns:a16="http://schemas.microsoft.com/office/drawing/2014/main" id="{3BC8E508-6C13-4058-B8E4-A9A3D835C96C}"/>
                </a:ext>
              </a:extLst>
            </p:cNvPr>
            <p:cNvSpPr/>
            <p:nvPr userDrawn="1"/>
          </p:nvSpPr>
          <p:spPr>
            <a:xfrm>
              <a:off x="0" y="336883"/>
              <a:ext cx="9905999" cy="530249"/>
            </a:xfrm>
            <a:prstGeom prst="rect">
              <a:avLst/>
            </a:prstGeom>
            <a:solidFill>
              <a:srgbClr val="2F5597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KoPub돋움체 Medium" panose="00000600000000000000" pitchFamily="2" charset="-127"/>
                <a:ea typeface="KoPub돋움체 Medium" panose="00000600000000000000" pitchFamily="2" charset="-127"/>
              </a:endParaRPr>
            </a:p>
          </p:txBody>
        </p:sp>
        <p:sp>
          <p:nvSpPr>
            <p:cNvPr id="12" name="양쪽 모서리가 둥근 사각형 11"/>
            <p:cNvSpPr/>
            <p:nvPr userDrawn="1"/>
          </p:nvSpPr>
          <p:spPr bwMode="auto">
            <a:xfrm rot="10800000">
              <a:off x="8476721" y="179039"/>
              <a:ext cx="1102314" cy="845935"/>
            </a:xfrm>
            <a:prstGeom prst="round2SameRect">
              <a:avLst/>
            </a:prstGeom>
            <a:solidFill>
              <a:schemeClr val="bg1"/>
            </a:solidFill>
            <a:ln w="57150" cap="flat" cmpd="sng" algn="ctr">
              <a:solidFill>
                <a:srgbClr val="00B0F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algn="l">
                <a:spcBef>
                  <a:spcPct val="0"/>
                </a:spcBef>
              </a:pPr>
              <a:endParaRPr lang="ko-KR" altLang="en-US" dirty="0">
                <a:solidFill>
                  <a:prstClr val="black"/>
                </a:solidFill>
                <a:latin typeface="KoPub돋움체 Medium" panose="00000600000000000000" pitchFamily="2" charset="-127"/>
                <a:ea typeface="굴림" charset="-127"/>
              </a:endParaRPr>
            </a:p>
          </p:txBody>
        </p:sp>
        <p:grpSp>
          <p:nvGrpSpPr>
            <p:cNvPr id="13" name="그룹 12"/>
            <p:cNvGrpSpPr/>
            <p:nvPr userDrawn="1"/>
          </p:nvGrpSpPr>
          <p:grpSpPr>
            <a:xfrm>
              <a:off x="8403446" y="219120"/>
              <a:ext cx="1248865" cy="682332"/>
              <a:chOff x="387318" y="361291"/>
              <a:chExt cx="1248865" cy="682332"/>
            </a:xfrm>
          </p:grpSpPr>
          <p:sp>
            <p:nvSpPr>
              <p:cNvPr id="14" name="TextBox 13"/>
              <p:cNvSpPr txBox="1"/>
              <p:nvPr userDrawn="1"/>
            </p:nvSpPr>
            <p:spPr>
              <a:xfrm>
                <a:off x="387318" y="735846"/>
                <a:ext cx="1248865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  <a:scene3d>
                  <a:camera prst="orthographicFront"/>
                  <a:lightRig rig="threePt" dir="t"/>
                </a:scene3d>
                <a:sp3d>
                  <a:bevelT w="0" h="38100"/>
                </a:sp3d>
              </a:bodyPr>
              <a:lstStyle/>
              <a:p>
                <a:pPr>
                  <a:spcBef>
                    <a:spcPts val="19"/>
                  </a:spcBef>
                </a:pPr>
                <a:r>
                  <a:rPr lang="ko-KR" altLang="en-US" sz="1400" spc="-149" dirty="0">
                    <a:solidFill>
                      <a:srgbClr val="2F5597"/>
                    </a:solidFill>
                    <a:latin typeface="KoPub돋움체 Bold" panose="02020603020101020101" pitchFamily="18" charset="-127"/>
                    <a:ea typeface="KoPub돋움체 Bold" panose="02020603020101020101" pitchFamily="18" charset="-127"/>
                  </a:rPr>
                  <a:t>연구 수행</a:t>
                </a:r>
              </a:p>
            </p:txBody>
          </p:sp>
          <p:sp>
            <p:nvSpPr>
              <p:cNvPr id="15" name="TextBox 14"/>
              <p:cNvSpPr txBox="1"/>
              <p:nvPr userDrawn="1"/>
            </p:nvSpPr>
            <p:spPr>
              <a:xfrm>
                <a:off x="682019" y="361291"/>
                <a:ext cx="659462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  <a:scene3d>
                  <a:camera prst="orthographicFront"/>
                  <a:lightRig rig="threePt" dir="t"/>
                </a:scene3d>
                <a:sp3d>
                  <a:bevelT w="0" h="38100"/>
                </a:sp3d>
              </a:bodyPr>
              <a:lstStyle/>
              <a:p>
                <a:pPr>
                  <a:spcBef>
                    <a:spcPts val="19"/>
                  </a:spcBef>
                </a:pPr>
                <a:r>
                  <a:rPr lang="en-US" altLang="ko-KR" sz="2400" b="1" spc="-149" dirty="0">
                    <a:solidFill>
                      <a:srgbClr val="2F5597"/>
                    </a:solidFill>
                    <a:latin typeface="KoPub바탕체 Bold" panose="02020603020101020101" pitchFamily="18" charset="-127"/>
                    <a:ea typeface="KoPub바탕체 Bold" panose="02020603020101020101" pitchFamily="18" charset="-127"/>
                  </a:rPr>
                  <a:t>Ⅱ</a:t>
                </a:r>
              </a:p>
            </p:txBody>
          </p:sp>
        </p:grpSp>
      </p:grpSp>
      <p:pic>
        <p:nvPicPr>
          <p:cNvPr id="16" name="그림 15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4489" y="6453338"/>
            <a:ext cx="1315921" cy="2895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5603790"/>
      </p:ext>
    </p:extLst>
  </p:cSld>
  <p:clrMapOvr>
    <a:masterClrMapping/>
  </p:clrMapOvr>
  <p:transition>
    <p:fade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장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그룹 1"/>
          <p:cNvGrpSpPr/>
          <p:nvPr userDrawn="1"/>
        </p:nvGrpSpPr>
        <p:grpSpPr>
          <a:xfrm>
            <a:off x="2" y="179041"/>
            <a:ext cx="9905999" cy="845935"/>
            <a:chOff x="0" y="179039"/>
            <a:chExt cx="9905999" cy="845935"/>
          </a:xfrm>
        </p:grpSpPr>
        <p:sp>
          <p:nvSpPr>
            <p:cNvPr id="24" name="직사각형 23">
              <a:extLst>
                <a:ext uri="{FF2B5EF4-FFF2-40B4-BE49-F238E27FC236}">
                  <a16:creationId xmlns:a16="http://schemas.microsoft.com/office/drawing/2014/main" id="{3BC8E508-6C13-4058-B8E4-A9A3D835C96C}"/>
                </a:ext>
              </a:extLst>
            </p:cNvPr>
            <p:cNvSpPr/>
            <p:nvPr userDrawn="1"/>
          </p:nvSpPr>
          <p:spPr>
            <a:xfrm>
              <a:off x="0" y="336883"/>
              <a:ext cx="9905999" cy="530249"/>
            </a:xfrm>
            <a:prstGeom prst="rect">
              <a:avLst/>
            </a:prstGeom>
            <a:solidFill>
              <a:srgbClr val="2F5597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KoPub돋움체 Medium" panose="00000600000000000000" pitchFamily="2" charset="-127"/>
                <a:ea typeface="KoPub돋움체 Medium" panose="00000600000000000000" pitchFamily="2" charset="-127"/>
              </a:endParaRPr>
            </a:p>
          </p:txBody>
        </p:sp>
        <p:sp>
          <p:nvSpPr>
            <p:cNvPr id="25" name="양쪽 모서리가 둥근 사각형 24"/>
            <p:cNvSpPr/>
            <p:nvPr userDrawn="1"/>
          </p:nvSpPr>
          <p:spPr bwMode="auto">
            <a:xfrm rot="10800000">
              <a:off x="8476721" y="179039"/>
              <a:ext cx="1102314" cy="845935"/>
            </a:xfrm>
            <a:prstGeom prst="round2SameRect">
              <a:avLst/>
            </a:prstGeom>
            <a:solidFill>
              <a:schemeClr val="bg1"/>
            </a:solidFill>
            <a:ln w="57150" cap="flat" cmpd="sng" algn="ctr">
              <a:solidFill>
                <a:srgbClr val="00B0F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algn="l">
                <a:spcBef>
                  <a:spcPct val="0"/>
                </a:spcBef>
              </a:pPr>
              <a:endParaRPr lang="ko-KR" altLang="en-US" dirty="0">
                <a:solidFill>
                  <a:prstClr val="black"/>
                </a:solidFill>
                <a:latin typeface="KoPub돋움체 Medium" panose="00000600000000000000" pitchFamily="2" charset="-127"/>
                <a:ea typeface="굴림" charset="-127"/>
              </a:endParaRPr>
            </a:p>
          </p:txBody>
        </p:sp>
        <p:grpSp>
          <p:nvGrpSpPr>
            <p:cNvPr id="26" name="그룹 25"/>
            <p:cNvGrpSpPr/>
            <p:nvPr userDrawn="1"/>
          </p:nvGrpSpPr>
          <p:grpSpPr>
            <a:xfrm>
              <a:off x="8403446" y="219120"/>
              <a:ext cx="1248865" cy="713109"/>
              <a:chOff x="387318" y="361291"/>
              <a:chExt cx="1248865" cy="713109"/>
            </a:xfrm>
          </p:grpSpPr>
          <p:sp>
            <p:nvSpPr>
              <p:cNvPr id="27" name="TextBox 26"/>
              <p:cNvSpPr txBox="1"/>
              <p:nvPr userDrawn="1"/>
            </p:nvSpPr>
            <p:spPr>
              <a:xfrm>
                <a:off x="387318" y="735846"/>
                <a:ext cx="1248865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  <a:scene3d>
                  <a:camera prst="orthographicFront"/>
                  <a:lightRig rig="threePt" dir="t"/>
                </a:scene3d>
                <a:sp3d>
                  <a:bevelT w="0" h="38100"/>
                </a:sp3d>
              </a:bodyPr>
              <a:lstStyle/>
              <a:p>
                <a:pPr>
                  <a:spcBef>
                    <a:spcPts val="19"/>
                  </a:spcBef>
                </a:pPr>
                <a:r>
                  <a:rPr lang="ko-KR" altLang="en-US" sz="1600" spc="-149" dirty="0">
                    <a:solidFill>
                      <a:srgbClr val="2F5597"/>
                    </a:solidFill>
                    <a:latin typeface="KoPub돋움체 Bold" panose="02020603020101020101" pitchFamily="18" charset="-127"/>
                    <a:ea typeface="KoPub돋움체 Bold" panose="02020603020101020101" pitchFamily="18" charset="-127"/>
                  </a:rPr>
                  <a:t>추진 계획</a:t>
                </a:r>
              </a:p>
            </p:txBody>
          </p:sp>
          <p:sp>
            <p:nvSpPr>
              <p:cNvPr id="28" name="TextBox 27"/>
              <p:cNvSpPr txBox="1"/>
              <p:nvPr userDrawn="1"/>
            </p:nvSpPr>
            <p:spPr>
              <a:xfrm>
                <a:off x="682019" y="361291"/>
                <a:ext cx="659462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  <a:scene3d>
                  <a:camera prst="orthographicFront"/>
                  <a:lightRig rig="threePt" dir="t"/>
                </a:scene3d>
                <a:sp3d>
                  <a:bevelT w="0" h="38100"/>
                </a:sp3d>
              </a:bodyPr>
              <a:lstStyle/>
              <a:p>
                <a:pPr>
                  <a:spcBef>
                    <a:spcPts val="19"/>
                  </a:spcBef>
                </a:pPr>
                <a:r>
                  <a:rPr lang="en-US" altLang="ko-KR" sz="2400" b="1" spc="-149" dirty="0">
                    <a:solidFill>
                      <a:srgbClr val="2F5597"/>
                    </a:solidFill>
                    <a:latin typeface="KoPub바탕체 Bold" panose="02020603020101020101" pitchFamily="18" charset="-127"/>
                    <a:ea typeface="KoPub바탕체 Bold" panose="02020603020101020101" pitchFamily="18" charset="-127"/>
                  </a:rPr>
                  <a:t>Ⅲ</a:t>
                </a:r>
              </a:p>
            </p:txBody>
          </p:sp>
        </p:grpSp>
      </p:grpSp>
      <p:sp>
        <p:nvSpPr>
          <p:cNvPr id="30" name="직사각형 29"/>
          <p:cNvSpPr/>
          <p:nvPr userDrawn="1"/>
        </p:nvSpPr>
        <p:spPr>
          <a:xfrm>
            <a:off x="409676" y="64443"/>
            <a:ext cx="4471316" cy="253916"/>
          </a:xfrm>
          <a:prstGeom prst="rect">
            <a:avLst/>
          </a:prstGeom>
        </p:spPr>
        <p:txBody>
          <a:bodyPr wrap="square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marL="0" marR="0" lvl="1" indent="-85725" algn="l" defTabSz="914395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8400"/>
              </a:buClr>
              <a:buSzPct val="140000"/>
              <a:buFontTx/>
              <a:buNone/>
              <a:tabLst>
                <a:tab pos="5645238" algn="l"/>
              </a:tabLst>
              <a:defRPr/>
            </a:pPr>
            <a:r>
              <a:rPr kumimoji="1" lang="ko-KR" altLang="en-US" sz="1050" b="0" i="0" kern="1200" spc="-100" baseline="0">
                <a:solidFill>
                  <a:schemeClr val="tx1">
                    <a:lumMod val="65000"/>
                    <a:lumOff val="35000"/>
                  </a:schemeClr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국가기준점 지자기측량 발전방안 연구</a:t>
            </a:r>
            <a:endParaRPr kumimoji="1" lang="ko-KR" altLang="en-US" sz="1050" b="0" i="0" kern="1200" spc="-100" baseline="0" dirty="0">
              <a:solidFill>
                <a:schemeClr val="tx1">
                  <a:lumMod val="65000"/>
                  <a:lumOff val="35000"/>
                </a:schemeClr>
              </a:solidFill>
              <a:latin typeface="KoPub돋움체 Medium" panose="00000600000000000000" pitchFamily="2" charset="-127"/>
              <a:ea typeface="KoPub돋움체 Medium" panose="00000600000000000000" pitchFamily="2" charset="-127"/>
              <a:cs typeface="+mn-cs"/>
              <a:sym typeface="Monotype Sorts"/>
            </a:endParaRP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4489" y="6453338"/>
            <a:ext cx="1315921" cy="2895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5230250"/>
      </p:ext>
    </p:extLst>
  </p:cSld>
  <p:clrMapOvr>
    <a:masterClrMapping/>
  </p:clrMapOvr>
  <p:transition>
    <p:fade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장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직사각형 29"/>
          <p:cNvSpPr/>
          <p:nvPr userDrawn="1"/>
        </p:nvSpPr>
        <p:spPr>
          <a:xfrm>
            <a:off x="409676" y="64443"/>
            <a:ext cx="4471316" cy="253916"/>
          </a:xfrm>
          <a:prstGeom prst="rect">
            <a:avLst/>
          </a:prstGeom>
        </p:spPr>
        <p:txBody>
          <a:bodyPr wrap="square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marL="0" marR="0" lvl="1" indent="-85725" algn="l" defTabSz="914395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8400"/>
              </a:buClr>
              <a:buSzPct val="140000"/>
              <a:buFontTx/>
              <a:buNone/>
              <a:tabLst>
                <a:tab pos="5645238" algn="l"/>
              </a:tabLst>
              <a:defRPr/>
            </a:pPr>
            <a:r>
              <a:rPr kumimoji="1" lang="ko-KR" altLang="en-US" sz="1050" b="0" i="0" kern="1200" spc="-100" baseline="0">
                <a:solidFill>
                  <a:schemeClr val="tx1">
                    <a:lumMod val="65000"/>
                    <a:lumOff val="35000"/>
                  </a:schemeClr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국가기준점 지자기측량 발전방안 연구</a:t>
            </a:r>
            <a:endParaRPr kumimoji="1" lang="ko-KR" altLang="en-US" sz="1050" b="0" i="0" kern="1200" spc="-100" baseline="0" dirty="0">
              <a:solidFill>
                <a:schemeClr val="tx1">
                  <a:lumMod val="65000"/>
                  <a:lumOff val="35000"/>
                </a:schemeClr>
              </a:solidFill>
              <a:latin typeface="KoPub돋움체 Medium" panose="00000600000000000000" pitchFamily="2" charset="-127"/>
              <a:ea typeface="KoPub돋움체 Medium" panose="00000600000000000000" pitchFamily="2" charset="-127"/>
              <a:cs typeface="+mn-cs"/>
              <a:sym typeface="Monotype Sorts"/>
            </a:endParaRPr>
          </a:p>
        </p:txBody>
      </p:sp>
      <p:grpSp>
        <p:nvGrpSpPr>
          <p:cNvPr id="10" name="그룹 9"/>
          <p:cNvGrpSpPr/>
          <p:nvPr userDrawn="1"/>
        </p:nvGrpSpPr>
        <p:grpSpPr>
          <a:xfrm>
            <a:off x="2" y="179041"/>
            <a:ext cx="9905999" cy="845935"/>
            <a:chOff x="0" y="179039"/>
            <a:chExt cx="9905999" cy="845935"/>
          </a:xfrm>
        </p:grpSpPr>
        <p:sp>
          <p:nvSpPr>
            <p:cNvPr id="11" name="직사각형 10">
              <a:extLst>
                <a:ext uri="{FF2B5EF4-FFF2-40B4-BE49-F238E27FC236}">
                  <a16:creationId xmlns:a16="http://schemas.microsoft.com/office/drawing/2014/main" id="{3BC8E508-6C13-4058-B8E4-A9A3D835C96C}"/>
                </a:ext>
              </a:extLst>
            </p:cNvPr>
            <p:cNvSpPr/>
            <p:nvPr userDrawn="1"/>
          </p:nvSpPr>
          <p:spPr>
            <a:xfrm>
              <a:off x="0" y="336883"/>
              <a:ext cx="9905999" cy="530249"/>
            </a:xfrm>
            <a:prstGeom prst="rect">
              <a:avLst/>
            </a:prstGeom>
            <a:solidFill>
              <a:srgbClr val="2F5597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KoPub돋움체 Medium" panose="00000600000000000000" pitchFamily="2" charset="-127"/>
                <a:ea typeface="KoPub돋움체 Medium" panose="00000600000000000000" pitchFamily="2" charset="-127"/>
              </a:endParaRPr>
            </a:p>
          </p:txBody>
        </p:sp>
        <p:sp>
          <p:nvSpPr>
            <p:cNvPr id="12" name="양쪽 모서리가 둥근 사각형 11"/>
            <p:cNvSpPr/>
            <p:nvPr userDrawn="1"/>
          </p:nvSpPr>
          <p:spPr bwMode="auto">
            <a:xfrm rot="10800000">
              <a:off x="8476721" y="179039"/>
              <a:ext cx="1102314" cy="845935"/>
            </a:xfrm>
            <a:prstGeom prst="round2SameRect">
              <a:avLst/>
            </a:prstGeom>
            <a:solidFill>
              <a:schemeClr val="bg1"/>
            </a:solidFill>
            <a:ln w="57150" cap="flat" cmpd="sng" algn="ctr">
              <a:solidFill>
                <a:srgbClr val="00B0F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algn="l">
                <a:spcBef>
                  <a:spcPct val="0"/>
                </a:spcBef>
              </a:pPr>
              <a:endParaRPr lang="ko-KR" altLang="en-US" dirty="0">
                <a:solidFill>
                  <a:prstClr val="black"/>
                </a:solidFill>
                <a:latin typeface="KoPub돋움체 Medium" panose="00000600000000000000" pitchFamily="2" charset="-127"/>
                <a:ea typeface="굴림" charset="-127"/>
              </a:endParaRPr>
            </a:p>
          </p:txBody>
        </p:sp>
        <p:grpSp>
          <p:nvGrpSpPr>
            <p:cNvPr id="13" name="그룹 12"/>
            <p:cNvGrpSpPr/>
            <p:nvPr userDrawn="1"/>
          </p:nvGrpSpPr>
          <p:grpSpPr>
            <a:xfrm>
              <a:off x="8403446" y="219120"/>
              <a:ext cx="1248865" cy="713109"/>
              <a:chOff x="387318" y="361291"/>
              <a:chExt cx="1248865" cy="713109"/>
            </a:xfrm>
          </p:grpSpPr>
          <p:sp>
            <p:nvSpPr>
              <p:cNvPr id="14" name="TextBox 13"/>
              <p:cNvSpPr txBox="1"/>
              <p:nvPr userDrawn="1"/>
            </p:nvSpPr>
            <p:spPr>
              <a:xfrm>
                <a:off x="387318" y="735846"/>
                <a:ext cx="1248865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  <a:scene3d>
                  <a:camera prst="orthographicFront"/>
                  <a:lightRig rig="threePt" dir="t"/>
                </a:scene3d>
                <a:sp3d>
                  <a:bevelT w="0" h="38100"/>
                </a:sp3d>
              </a:bodyPr>
              <a:lstStyle/>
              <a:p>
                <a:pPr>
                  <a:spcBef>
                    <a:spcPts val="19"/>
                  </a:spcBef>
                </a:pPr>
                <a:r>
                  <a:rPr lang="ko-KR" altLang="en-US" sz="1600" spc="-149" dirty="0">
                    <a:solidFill>
                      <a:srgbClr val="2F5597"/>
                    </a:solidFill>
                    <a:latin typeface="KoPub돋움체 Bold" panose="02020603020101020101" pitchFamily="18" charset="-127"/>
                    <a:ea typeface="KoPub돋움체 Bold" panose="02020603020101020101" pitchFamily="18" charset="-127"/>
                  </a:rPr>
                  <a:t>추진 일정</a:t>
                </a:r>
              </a:p>
            </p:txBody>
          </p:sp>
          <p:sp>
            <p:nvSpPr>
              <p:cNvPr id="15" name="TextBox 14"/>
              <p:cNvSpPr txBox="1"/>
              <p:nvPr userDrawn="1"/>
            </p:nvSpPr>
            <p:spPr>
              <a:xfrm>
                <a:off x="682019" y="361291"/>
                <a:ext cx="659462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  <a:scene3d>
                  <a:camera prst="orthographicFront"/>
                  <a:lightRig rig="threePt" dir="t"/>
                </a:scene3d>
                <a:sp3d>
                  <a:bevelT w="0" h="38100"/>
                </a:sp3d>
              </a:bodyPr>
              <a:lstStyle/>
              <a:p>
                <a:pPr>
                  <a:spcBef>
                    <a:spcPts val="19"/>
                  </a:spcBef>
                </a:pPr>
                <a:r>
                  <a:rPr lang="en-US" altLang="ko-KR" sz="2400" b="1" spc="-149" dirty="0">
                    <a:solidFill>
                      <a:srgbClr val="2F5597"/>
                    </a:solidFill>
                    <a:latin typeface="KoPub바탕체 Bold" panose="02020603020101020101" pitchFamily="18" charset="-127"/>
                    <a:ea typeface="KoPub바탕체 Bold" panose="02020603020101020101" pitchFamily="18" charset="-127"/>
                  </a:rPr>
                  <a:t>Ⅳ</a:t>
                </a:r>
              </a:p>
            </p:txBody>
          </p:sp>
        </p:grpSp>
      </p:grpSp>
      <p:pic>
        <p:nvPicPr>
          <p:cNvPr id="16" name="그림 15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4489" y="6453338"/>
            <a:ext cx="1315921" cy="2895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9263714"/>
      </p:ext>
    </p:extLst>
  </p:cSld>
  <p:clrMapOvr>
    <a:masterClrMapping/>
  </p:clrMapOvr>
  <p:transition>
    <p:fade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장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그룹 12"/>
          <p:cNvGrpSpPr/>
          <p:nvPr userDrawn="1"/>
        </p:nvGrpSpPr>
        <p:grpSpPr>
          <a:xfrm>
            <a:off x="2" y="179041"/>
            <a:ext cx="9905999" cy="845935"/>
            <a:chOff x="0" y="179039"/>
            <a:chExt cx="9905999" cy="845935"/>
          </a:xfrm>
        </p:grpSpPr>
        <p:sp>
          <p:nvSpPr>
            <p:cNvPr id="24" name="직사각형 23">
              <a:extLst>
                <a:ext uri="{FF2B5EF4-FFF2-40B4-BE49-F238E27FC236}">
                  <a16:creationId xmlns:a16="http://schemas.microsoft.com/office/drawing/2014/main" id="{3BC8E508-6C13-4058-B8E4-A9A3D835C96C}"/>
                </a:ext>
              </a:extLst>
            </p:cNvPr>
            <p:cNvSpPr/>
            <p:nvPr userDrawn="1"/>
          </p:nvSpPr>
          <p:spPr>
            <a:xfrm>
              <a:off x="0" y="336883"/>
              <a:ext cx="9905999" cy="530249"/>
            </a:xfrm>
            <a:prstGeom prst="rect">
              <a:avLst/>
            </a:prstGeom>
            <a:solidFill>
              <a:srgbClr val="2F5597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KoPub돋움체 Medium" panose="00000600000000000000" pitchFamily="2" charset="-127"/>
                <a:ea typeface="KoPub돋움체 Medium" panose="00000600000000000000" pitchFamily="2" charset="-127"/>
              </a:endParaRPr>
            </a:p>
          </p:txBody>
        </p:sp>
        <p:sp>
          <p:nvSpPr>
            <p:cNvPr id="25" name="양쪽 모서리가 둥근 사각형 24"/>
            <p:cNvSpPr/>
            <p:nvPr userDrawn="1"/>
          </p:nvSpPr>
          <p:spPr bwMode="auto">
            <a:xfrm rot="10800000">
              <a:off x="8481392" y="179039"/>
              <a:ext cx="1102314" cy="845935"/>
            </a:xfrm>
            <a:prstGeom prst="round2SameRect">
              <a:avLst/>
            </a:prstGeom>
            <a:solidFill>
              <a:schemeClr val="bg1"/>
            </a:solidFill>
            <a:ln w="57150" cap="flat" cmpd="sng" algn="ctr">
              <a:solidFill>
                <a:srgbClr val="00B0F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algn="l">
                <a:spcBef>
                  <a:spcPct val="0"/>
                </a:spcBef>
              </a:pPr>
              <a:endParaRPr lang="ko-KR" altLang="en-US" dirty="0">
                <a:solidFill>
                  <a:prstClr val="black"/>
                </a:solidFill>
                <a:latin typeface="KoPub돋움체 Medium" panose="00000600000000000000" pitchFamily="2" charset="-127"/>
                <a:ea typeface="굴림" charset="-127"/>
              </a:endParaRPr>
            </a:p>
          </p:txBody>
        </p:sp>
      </p:grpSp>
      <p:grpSp>
        <p:nvGrpSpPr>
          <p:cNvPr id="26" name="그룹 25"/>
          <p:cNvGrpSpPr/>
          <p:nvPr userDrawn="1"/>
        </p:nvGrpSpPr>
        <p:grpSpPr>
          <a:xfrm>
            <a:off x="8409385" y="219121"/>
            <a:ext cx="1248865" cy="713109"/>
            <a:chOff x="387318" y="361291"/>
            <a:chExt cx="1248865" cy="713109"/>
          </a:xfrm>
        </p:grpSpPr>
        <p:sp>
          <p:nvSpPr>
            <p:cNvPr id="27" name="TextBox 26"/>
            <p:cNvSpPr txBox="1"/>
            <p:nvPr userDrawn="1"/>
          </p:nvSpPr>
          <p:spPr>
            <a:xfrm>
              <a:off x="387318" y="735846"/>
              <a:ext cx="1248865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  <a:scene3d>
                <a:camera prst="orthographicFront"/>
                <a:lightRig rig="threePt" dir="t"/>
              </a:scene3d>
              <a:sp3d>
                <a:bevelT w="0" h="38100"/>
              </a:sp3d>
            </a:bodyPr>
            <a:lstStyle/>
            <a:p>
              <a:pPr>
                <a:spcBef>
                  <a:spcPts val="19"/>
                </a:spcBef>
              </a:pPr>
              <a:r>
                <a:rPr lang="ko-KR" altLang="en-US" sz="1600" spc="-149" dirty="0">
                  <a:solidFill>
                    <a:srgbClr val="2F5597"/>
                  </a:solidFill>
                  <a:latin typeface="KoPub돋움체 Bold" panose="02020603020101020101" pitchFamily="18" charset="-127"/>
                  <a:ea typeface="KoPub돋움체 Bold" panose="02020603020101020101" pitchFamily="18" charset="-127"/>
                </a:rPr>
                <a:t>기대 효과</a:t>
              </a:r>
            </a:p>
          </p:txBody>
        </p:sp>
        <p:sp>
          <p:nvSpPr>
            <p:cNvPr id="29" name="TextBox 28"/>
            <p:cNvSpPr txBox="1"/>
            <p:nvPr userDrawn="1"/>
          </p:nvSpPr>
          <p:spPr>
            <a:xfrm>
              <a:off x="661699" y="361291"/>
              <a:ext cx="65946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  <a:scene3d>
                <a:camera prst="orthographicFront"/>
                <a:lightRig rig="threePt" dir="t"/>
              </a:scene3d>
              <a:sp3d>
                <a:bevelT w="0" h="38100"/>
              </a:sp3d>
            </a:bodyPr>
            <a:lstStyle/>
            <a:p>
              <a:pPr>
                <a:spcBef>
                  <a:spcPts val="19"/>
                </a:spcBef>
              </a:pPr>
              <a:r>
                <a:rPr lang="en-US" altLang="ko-KR" sz="2400" b="1" spc="-149" dirty="0">
                  <a:solidFill>
                    <a:srgbClr val="2F5597"/>
                  </a:solidFill>
                  <a:latin typeface="KoPub바탕체 Bold" panose="02020603020101020101" pitchFamily="18" charset="-127"/>
                  <a:ea typeface="KoPub바탕체 Bold" panose="02020603020101020101" pitchFamily="18" charset="-127"/>
                </a:rPr>
                <a:t>Ⅴ</a:t>
              </a:r>
            </a:p>
          </p:txBody>
        </p:sp>
      </p:grpSp>
      <p:sp>
        <p:nvSpPr>
          <p:cNvPr id="10" name="직사각형 9"/>
          <p:cNvSpPr/>
          <p:nvPr userDrawn="1"/>
        </p:nvSpPr>
        <p:spPr>
          <a:xfrm>
            <a:off x="409676" y="64443"/>
            <a:ext cx="4471316" cy="253916"/>
          </a:xfrm>
          <a:prstGeom prst="rect">
            <a:avLst/>
          </a:prstGeom>
        </p:spPr>
        <p:txBody>
          <a:bodyPr wrap="square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marL="0" marR="0" lvl="1" indent="-85725" algn="l" defTabSz="914395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8400"/>
              </a:buClr>
              <a:buSzPct val="140000"/>
              <a:buFontTx/>
              <a:buNone/>
              <a:tabLst>
                <a:tab pos="5645238" algn="l"/>
              </a:tabLst>
              <a:defRPr/>
            </a:pPr>
            <a:r>
              <a:rPr kumimoji="1" lang="ko-KR" altLang="en-US" sz="1050" b="0" i="0" kern="1200" spc="-100" baseline="0">
                <a:solidFill>
                  <a:schemeClr val="tx1">
                    <a:lumMod val="65000"/>
                    <a:lumOff val="35000"/>
                  </a:schemeClr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국가기준점 지자기측량 발전방안 연구</a:t>
            </a:r>
            <a:endParaRPr kumimoji="1" lang="ko-KR" altLang="en-US" sz="1050" b="0" i="0" kern="1200" spc="-100" baseline="0" dirty="0">
              <a:solidFill>
                <a:schemeClr val="tx1">
                  <a:lumMod val="65000"/>
                  <a:lumOff val="35000"/>
                </a:schemeClr>
              </a:solidFill>
              <a:latin typeface="KoPub돋움체 Medium" panose="00000600000000000000" pitchFamily="2" charset="-127"/>
              <a:ea typeface="KoPub돋움체 Medium" panose="00000600000000000000" pitchFamily="2" charset="-127"/>
              <a:cs typeface="+mn-cs"/>
              <a:sym typeface="Monotype Sorts"/>
            </a:endParaRPr>
          </a:p>
        </p:txBody>
      </p:sp>
      <p:pic>
        <p:nvPicPr>
          <p:cNvPr id="11" name="그림 10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4489" y="6453338"/>
            <a:ext cx="1315921" cy="2895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774355"/>
      </p:ext>
    </p:extLst>
  </p:cSld>
  <p:clrMapOvr>
    <a:masterClrMapping/>
  </p:clrMapOvr>
  <p:transition>
    <p:fade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5장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그룹 12"/>
          <p:cNvGrpSpPr/>
          <p:nvPr userDrawn="1"/>
        </p:nvGrpSpPr>
        <p:grpSpPr>
          <a:xfrm>
            <a:off x="2" y="179041"/>
            <a:ext cx="9905999" cy="845935"/>
            <a:chOff x="0" y="179039"/>
            <a:chExt cx="9905999" cy="845935"/>
          </a:xfrm>
        </p:grpSpPr>
        <p:sp>
          <p:nvSpPr>
            <p:cNvPr id="24" name="직사각형 23">
              <a:extLst>
                <a:ext uri="{FF2B5EF4-FFF2-40B4-BE49-F238E27FC236}">
                  <a16:creationId xmlns:a16="http://schemas.microsoft.com/office/drawing/2014/main" id="{3BC8E508-6C13-4058-B8E4-A9A3D835C96C}"/>
                </a:ext>
              </a:extLst>
            </p:cNvPr>
            <p:cNvSpPr/>
            <p:nvPr userDrawn="1"/>
          </p:nvSpPr>
          <p:spPr>
            <a:xfrm>
              <a:off x="0" y="336883"/>
              <a:ext cx="9905999" cy="530249"/>
            </a:xfrm>
            <a:prstGeom prst="rect">
              <a:avLst/>
            </a:prstGeom>
            <a:solidFill>
              <a:srgbClr val="2F5597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KoPub돋움체 Medium" panose="00000600000000000000" pitchFamily="2" charset="-127"/>
                <a:ea typeface="KoPub돋움체 Medium" panose="00000600000000000000" pitchFamily="2" charset="-127"/>
              </a:endParaRPr>
            </a:p>
          </p:txBody>
        </p:sp>
        <p:sp>
          <p:nvSpPr>
            <p:cNvPr id="25" name="양쪽 모서리가 둥근 사각형 24"/>
            <p:cNvSpPr/>
            <p:nvPr userDrawn="1"/>
          </p:nvSpPr>
          <p:spPr bwMode="auto">
            <a:xfrm rot="10800000">
              <a:off x="8481392" y="179039"/>
              <a:ext cx="1102314" cy="845935"/>
            </a:xfrm>
            <a:prstGeom prst="round2SameRect">
              <a:avLst/>
            </a:prstGeom>
            <a:solidFill>
              <a:schemeClr val="bg1"/>
            </a:solidFill>
            <a:ln w="57150" cap="flat" cmpd="sng" algn="ctr">
              <a:solidFill>
                <a:srgbClr val="00B0F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algn="l">
                <a:spcBef>
                  <a:spcPct val="0"/>
                </a:spcBef>
              </a:pPr>
              <a:endParaRPr lang="ko-KR" altLang="en-US" dirty="0">
                <a:solidFill>
                  <a:prstClr val="black"/>
                </a:solidFill>
                <a:latin typeface="KoPub돋움체 Medium" panose="00000600000000000000" pitchFamily="2" charset="-127"/>
                <a:ea typeface="굴림" charset="-127"/>
              </a:endParaRPr>
            </a:p>
          </p:txBody>
        </p:sp>
      </p:grpSp>
      <p:grpSp>
        <p:nvGrpSpPr>
          <p:cNvPr id="26" name="그룹 25"/>
          <p:cNvGrpSpPr/>
          <p:nvPr userDrawn="1"/>
        </p:nvGrpSpPr>
        <p:grpSpPr>
          <a:xfrm>
            <a:off x="8409385" y="219121"/>
            <a:ext cx="1248865" cy="713109"/>
            <a:chOff x="387318" y="361291"/>
            <a:chExt cx="1248865" cy="713109"/>
          </a:xfrm>
        </p:grpSpPr>
        <p:sp>
          <p:nvSpPr>
            <p:cNvPr id="27" name="TextBox 26"/>
            <p:cNvSpPr txBox="1"/>
            <p:nvPr userDrawn="1"/>
          </p:nvSpPr>
          <p:spPr>
            <a:xfrm>
              <a:off x="387318" y="735846"/>
              <a:ext cx="1248865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  <a:scene3d>
                <a:camera prst="orthographicFront"/>
                <a:lightRig rig="threePt" dir="t"/>
              </a:scene3d>
              <a:sp3d>
                <a:bevelT w="0" h="38100"/>
              </a:sp3d>
            </a:bodyPr>
            <a:lstStyle/>
            <a:p>
              <a:pPr>
                <a:spcBef>
                  <a:spcPts val="19"/>
                </a:spcBef>
              </a:pPr>
              <a:r>
                <a:rPr lang="ko-KR" altLang="en-US" sz="1600" spc="-149" dirty="0">
                  <a:solidFill>
                    <a:srgbClr val="2F5597"/>
                  </a:solidFill>
                  <a:latin typeface="KoPub돋움체 Bold" panose="02020603020101020101" pitchFamily="18" charset="-127"/>
                  <a:ea typeface="KoPub돋움체 Bold" panose="02020603020101020101" pitchFamily="18" charset="-127"/>
                </a:rPr>
                <a:t>자문 의견</a:t>
              </a:r>
            </a:p>
          </p:txBody>
        </p:sp>
        <p:sp>
          <p:nvSpPr>
            <p:cNvPr id="29" name="TextBox 28"/>
            <p:cNvSpPr txBox="1"/>
            <p:nvPr userDrawn="1"/>
          </p:nvSpPr>
          <p:spPr>
            <a:xfrm>
              <a:off x="661699" y="361291"/>
              <a:ext cx="65946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  <a:scene3d>
                <a:camera prst="orthographicFront"/>
                <a:lightRig rig="threePt" dir="t"/>
              </a:scene3d>
              <a:sp3d>
                <a:bevelT w="0" h="38100"/>
              </a:sp3d>
            </a:bodyPr>
            <a:lstStyle/>
            <a:p>
              <a:pPr>
                <a:spcBef>
                  <a:spcPts val="19"/>
                </a:spcBef>
              </a:pPr>
              <a:r>
                <a:rPr lang="en-US" altLang="ko-KR" sz="2400" b="1" spc="-149" dirty="0">
                  <a:solidFill>
                    <a:srgbClr val="2F5597"/>
                  </a:solidFill>
                  <a:latin typeface="KoPub바탕체 Bold" panose="02020603020101020101" pitchFamily="18" charset="-127"/>
                  <a:ea typeface="KoPub바탕체 Bold" panose="02020603020101020101" pitchFamily="18" charset="-127"/>
                </a:rPr>
                <a:t>Ⅵ</a:t>
              </a:r>
            </a:p>
          </p:txBody>
        </p:sp>
      </p:grpSp>
      <p:sp>
        <p:nvSpPr>
          <p:cNvPr id="10" name="직사각형 9"/>
          <p:cNvSpPr/>
          <p:nvPr userDrawn="1"/>
        </p:nvSpPr>
        <p:spPr>
          <a:xfrm>
            <a:off x="409676" y="64443"/>
            <a:ext cx="4471316" cy="253916"/>
          </a:xfrm>
          <a:prstGeom prst="rect">
            <a:avLst/>
          </a:prstGeom>
        </p:spPr>
        <p:txBody>
          <a:bodyPr wrap="square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marL="0" marR="0" lvl="1" indent="-85725" algn="l" defTabSz="914395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8400"/>
              </a:buClr>
              <a:buSzPct val="140000"/>
              <a:buFontTx/>
              <a:buNone/>
              <a:tabLst>
                <a:tab pos="5645238" algn="l"/>
              </a:tabLst>
              <a:defRPr/>
            </a:pPr>
            <a:r>
              <a:rPr kumimoji="1" lang="ko-KR" altLang="en-US" sz="1050" b="0" i="0" kern="1200" spc="-100" baseline="0">
                <a:solidFill>
                  <a:schemeClr val="tx1">
                    <a:lumMod val="65000"/>
                    <a:lumOff val="35000"/>
                  </a:schemeClr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국가기준점 지자기측량 발전방안 연구</a:t>
            </a:r>
            <a:endParaRPr kumimoji="1" lang="ko-KR" altLang="en-US" sz="1050" b="0" i="0" kern="1200" spc="-100" baseline="0" dirty="0">
              <a:solidFill>
                <a:schemeClr val="tx1">
                  <a:lumMod val="65000"/>
                  <a:lumOff val="35000"/>
                </a:schemeClr>
              </a:solidFill>
              <a:latin typeface="KoPub돋움체 Medium" panose="00000600000000000000" pitchFamily="2" charset="-127"/>
              <a:ea typeface="KoPub돋움체 Medium" panose="00000600000000000000" pitchFamily="2" charset="-127"/>
              <a:cs typeface="+mn-cs"/>
              <a:sym typeface="Monotype Sorts"/>
            </a:endParaRPr>
          </a:p>
        </p:txBody>
      </p:sp>
      <p:pic>
        <p:nvPicPr>
          <p:cNvPr id="11" name="그림 10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4489" y="6453338"/>
            <a:ext cx="1315921" cy="2895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3252878"/>
      </p:ext>
    </p:extLst>
  </p:cSld>
  <p:clrMapOvr>
    <a:masterClrMapping/>
  </p:clrMapOvr>
  <p:transition>
    <p:fade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3412226"/>
      </p:ext>
    </p:extLst>
  </p:cSld>
  <p:clrMapOvr>
    <a:masterClrMapping/>
  </p:clrMapOvr>
  <p:transition>
    <p:fade/>
  </p:transition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모서리가 둥근 직사각형 1"/>
          <p:cNvSpPr/>
          <p:nvPr userDrawn="1"/>
        </p:nvSpPr>
        <p:spPr>
          <a:xfrm>
            <a:off x="4774405" y="6662760"/>
            <a:ext cx="357190" cy="180000"/>
          </a:xfrm>
          <a:prstGeom prst="roundRect">
            <a:avLst/>
          </a:prstGeom>
          <a:noFill/>
          <a:ln w="6350">
            <a:gradFill flip="none" rotWithShape="1">
              <a:gsLst>
                <a:gs pos="0">
                  <a:schemeClr val="bg1">
                    <a:lumMod val="85000"/>
                  </a:schemeClr>
                </a:gs>
                <a:gs pos="50000">
                  <a:schemeClr val="bg1"/>
                </a:gs>
                <a:gs pos="100000">
                  <a:schemeClr val="bg1">
                    <a:alpha val="0"/>
                  </a:schemeClr>
                </a:gs>
              </a:gsLst>
              <a:lin ang="5400000" scaled="1"/>
              <a:tileRect/>
            </a:gradFill>
          </a:ln>
          <a:effectLst>
            <a:innerShdw blurRad="63500" dist="50800" dir="162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>
              <a:spcBef>
                <a:spcPts val="0"/>
              </a:spcBef>
            </a:pPr>
            <a:fld id="{0565A694-3509-4BB5-ACAD-3B39F2CDDCBC}" type="slidenum">
              <a:rPr lang="en-US" altLang="ko-KR" sz="799" b="1" smtClean="0">
                <a:solidFill>
                  <a:schemeClr val="bg1">
                    <a:lumMod val="50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pPr algn="ctr">
                <a:spcBef>
                  <a:spcPts val="0"/>
                </a:spcBef>
              </a:pPr>
              <a:t>‹#›</a:t>
            </a:fld>
            <a:endParaRPr lang="ko-KR" altLang="en-US" sz="799" b="1" dirty="0">
              <a:solidFill>
                <a:schemeClr val="bg1">
                  <a:lumMod val="50000"/>
                </a:schemeClr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911" r:id="rId1"/>
    <p:sldLayoutId id="2147483912" r:id="rId2"/>
    <p:sldLayoutId id="2147483913" r:id="rId3"/>
    <p:sldLayoutId id="2147483914" r:id="rId4"/>
    <p:sldLayoutId id="2147483915" r:id="rId5"/>
    <p:sldLayoutId id="2147483917" r:id="rId6"/>
    <p:sldLayoutId id="2147483918" r:id="rId7"/>
    <p:sldLayoutId id="2147483916" r:id="rId8"/>
  </p:sldLayoutIdLst>
  <p:transition>
    <p:fade/>
  </p:transition>
  <p:txStyles>
    <p:titleStyle>
      <a:lvl1pPr algn="ctr" defTabSz="914395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898" indent="-342898" algn="l" defTabSz="914395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46" indent="-285749" algn="l" defTabSz="914395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2993" indent="-228599" algn="l" defTabSz="914395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191" indent="-228599" algn="l" defTabSz="914395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388" indent="-228599" algn="l" defTabSz="914395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585" indent="-228599" algn="l" defTabSz="914395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83" indent="-228599" algn="l" defTabSz="914395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980" indent="-228599" algn="l" defTabSz="914395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177" indent="-228599" algn="l" defTabSz="914395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395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97" algn="l" defTabSz="914395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95" algn="l" defTabSz="914395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92" algn="l" defTabSz="914395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89" algn="l" defTabSz="914395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87" algn="l" defTabSz="914395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84" algn="l" defTabSz="914395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81" algn="l" defTabSz="914395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79" algn="l" defTabSz="914395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jpg"/><Relationship Id="rId4" Type="http://schemas.openxmlformats.org/officeDocument/2006/relationships/image" Target="../media/image3.png"/><Relationship Id="rId5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4.png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.emf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emf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7.emf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9.jpe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7.emf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7.emf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7.emf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7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83" y="-1"/>
            <a:ext cx="9926911" cy="6858001"/>
          </a:xfrm>
          <a:prstGeom prst="rect">
            <a:avLst/>
          </a:prstGeom>
        </p:spPr>
      </p:pic>
      <p:sp>
        <p:nvSpPr>
          <p:cNvPr id="5" name="직사각형 4"/>
          <p:cNvSpPr/>
          <p:nvPr/>
        </p:nvSpPr>
        <p:spPr>
          <a:xfrm>
            <a:off x="460366" y="1292039"/>
            <a:ext cx="3836989" cy="2308324"/>
          </a:xfrm>
          <a:prstGeom prst="rect">
            <a:avLst/>
          </a:prstGeom>
        </p:spPr>
        <p:txBody>
          <a:bodyPr wrap="square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marL="0" lvl="1" indent="-85725" algn="l" latinLnBrk="0">
              <a:spcBef>
                <a:spcPct val="0"/>
              </a:spcBef>
              <a:buClr>
                <a:srgbClr val="008400"/>
              </a:buClr>
              <a:buSzPct val="140000"/>
              <a:tabLst>
                <a:tab pos="5645238" algn="l"/>
              </a:tabLst>
              <a:defRPr/>
            </a:pPr>
            <a:r>
              <a:rPr lang="ko-KR" altLang="en-US" sz="4800" b="1" spc="-300">
                <a:solidFill>
                  <a:srgbClr val="0C4D88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국가기준점 지자기측량 </a:t>
            </a:r>
            <a:r>
              <a:rPr lang="ko-KR" altLang="en-US" sz="4800" spc="-300">
                <a:solidFill>
                  <a:srgbClr val="0C4D88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Monotype Sorts"/>
              </a:rPr>
              <a:t>발전방안 </a:t>
            </a:r>
            <a:r>
              <a:rPr lang="ko-KR" altLang="en-US" sz="4800" spc="-300" dirty="0">
                <a:solidFill>
                  <a:srgbClr val="0C4D88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Monotype Sorts"/>
              </a:rPr>
              <a:t>연구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EDF2A94-FF31-4C3D-B67C-4409C25624B1}"/>
              </a:ext>
            </a:extLst>
          </p:cNvPr>
          <p:cNvSpPr txBox="1"/>
          <p:nvPr/>
        </p:nvSpPr>
        <p:spPr>
          <a:xfrm>
            <a:off x="819562" y="3789040"/>
            <a:ext cx="142763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ko-KR" altLang="en-US" sz="2400" spc="-149" dirty="0">
                <a:solidFill>
                  <a:schemeClr val="tx1">
                    <a:lumMod val="75000"/>
                    <a:lumOff val="25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중간보고회</a:t>
            </a:r>
          </a:p>
        </p:txBody>
      </p:sp>
      <p:grpSp>
        <p:nvGrpSpPr>
          <p:cNvPr id="17" name="그룹 16"/>
          <p:cNvGrpSpPr/>
          <p:nvPr/>
        </p:nvGrpSpPr>
        <p:grpSpPr>
          <a:xfrm>
            <a:off x="285751" y="6152615"/>
            <a:ext cx="1923455" cy="388301"/>
            <a:chOff x="358774" y="9601838"/>
            <a:chExt cx="1923456" cy="388300"/>
          </a:xfrm>
        </p:grpSpPr>
        <p:sp>
          <p:nvSpPr>
            <p:cNvPr id="18" name="TextBox 17"/>
            <p:cNvSpPr txBox="1"/>
            <p:nvPr/>
          </p:nvSpPr>
          <p:spPr>
            <a:xfrm>
              <a:off x="930577" y="9645178"/>
              <a:ext cx="1351653" cy="33855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600" spc="-100" dirty="0"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공간정보연구원</a:t>
              </a:r>
              <a:endParaRPr lang="ko-KR" altLang="en-US" sz="1600" spc="-100" dirty="0">
                <a:solidFill>
                  <a:srgbClr val="F3F3F3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</a:endParaRPr>
            </a:p>
          </p:txBody>
        </p:sp>
        <p:pic>
          <p:nvPicPr>
            <p:cNvPr id="19" name="그림 18">
              <a:extLst>
                <a:ext uri="{FF2B5EF4-FFF2-40B4-BE49-F238E27FC236}">
                  <a16:creationId xmlns:a16="http://schemas.microsoft.com/office/drawing/2014/main" id="{2517097D-EFA1-4265-B1DB-682CC713B7A4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58698" b="1907"/>
            <a:stretch/>
          </p:blipFill>
          <p:spPr>
            <a:xfrm>
              <a:off x="358774" y="9601838"/>
              <a:ext cx="682625" cy="388300"/>
            </a:xfrm>
            <a:prstGeom prst="rect">
              <a:avLst/>
            </a:prstGeom>
          </p:spPr>
        </p:pic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6EDF2A94-FF31-4C3D-B67C-4409C25624B1}"/>
              </a:ext>
            </a:extLst>
          </p:cNvPr>
          <p:cNvSpPr txBox="1"/>
          <p:nvPr/>
        </p:nvSpPr>
        <p:spPr>
          <a:xfrm>
            <a:off x="8769424" y="6202351"/>
            <a:ext cx="114005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ko-KR" sz="1600" spc="-100" dirty="0">
                <a:solidFill>
                  <a:srgbClr val="F3F3F3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</a:rPr>
              <a:t>2026. 8. 25.</a:t>
            </a:r>
            <a:endParaRPr lang="ko-KR" altLang="en-US" sz="1600" spc="-100" dirty="0">
              <a:solidFill>
                <a:srgbClr val="F3F3F3"/>
              </a:solidFill>
              <a:latin typeface="KoPub돋움체 Bold" panose="00000800000000000000" pitchFamily="2" charset="-127"/>
              <a:ea typeface="KoPub돋움체 Bold" panose="00000800000000000000" pitchFamily="2" charset="-127"/>
            </a:endParaRPr>
          </a:p>
        </p:txBody>
      </p:sp>
      <p:pic>
        <p:nvPicPr>
          <p:cNvPr id="7" name="그림 6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0366" y="596909"/>
            <a:ext cx="2570296" cy="5654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6108470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그림 19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04063" y="295306"/>
            <a:ext cx="3691627" cy="3320204"/>
          </a:xfrm>
          <a:prstGeom prst="rect">
            <a:avLst/>
          </a:prstGeom>
        </p:spPr>
      </p:pic>
      <p:sp>
        <p:nvSpPr>
          <p:cNvPr id="19" name="직사각형 18"/>
          <p:cNvSpPr/>
          <p:nvPr/>
        </p:nvSpPr>
        <p:spPr>
          <a:xfrm>
            <a:off x="0" y="3314701"/>
            <a:ext cx="9906000" cy="3543300"/>
          </a:xfrm>
          <a:prstGeom prst="rect">
            <a:avLst/>
          </a:prstGeom>
          <a:solidFill>
            <a:srgbClr val="2F559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endParaRPr lang="ko-KR" altLang="en-US" sz="1400" dirty="0"/>
          </a:p>
        </p:txBody>
      </p:sp>
      <p:sp>
        <p:nvSpPr>
          <p:cNvPr id="18" name="TextBox 17"/>
          <p:cNvSpPr txBox="1"/>
          <p:nvPr/>
        </p:nvSpPr>
        <p:spPr>
          <a:xfrm>
            <a:off x="1493938" y="1788476"/>
            <a:ext cx="1994457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5400" dirty="0">
                <a:solidFill>
                  <a:srgbClr val="2F5597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</a:rPr>
              <a:t>목   차</a:t>
            </a:r>
          </a:p>
        </p:txBody>
      </p:sp>
      <p:sp>
        <p:nvSpPr>
          <p:cNvPr id="23" name="직사각형 22"/>
          <p:cNvSpPr/>
          <p:nvPr/>
        </p:nvSpPr>
        <p:spPr>
          <a:xfrm>
            <a:off x="1195022" y="1531871"/>
            <a:ext cx="2893882" cy="338554"/>
          </a:xfrm>
          <a:prstGeom prst="rect">
            <a:avLst/>
          </a:prstGeom>
        </p:spPr>
        <p:txBody>
          <a:bodyPr wrap="square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marL="0" lvl="1" indent="-85725" latinLnBrk="0">
              <a:spcBef>
                <a:spcPct val="0"/>
              </a:spcBef>
              <a:buClr>
                <a:srgbClr val="008400"/>
              </a:buClr>
              <a:buSzPct val="140000"/>
              <a:tabLst>
                <a:tab pos="5645238" algn="l"/>
              </a:tabLst>
              <a:defRPr/>
            </a:pPr>
            <a:r>
              <a:rPr lang="ko-KR" altLang="en-US" sz="1600" b="1" spc="-149" err="1"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국가기준점</a:t>
            </a:r>
            <a:r>
              <a:rPr lang="ko-KR" altLang="en-US" sz="1600" b="1" spc="-149">
                <a:solidFill>
                  <a:schemeClr val="tx1">
                    <a:lumMod val="75000"/>
                    <a:lumOff val="25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지자기측량 발전방안 연구</a:t>
            </a:r>
            <a:endParaRPr lang="ko-KR" altLang="en-US" sz="1600" b="1" spc="-149" dirty="0">
              <a:solidFill>
                <a:schemeClr val="tx1">
                  <a:lumMod val="75000"/>
                  <a:lumOff val="25000"/>
                </a:schemeClr>
              </a:solidFill>
              <a:latin typeface="KoPub돋움체 Light" panose="02020603020101020101" pitchFamily="18" charset="-127"/>
              <a:ea typeface="KoPub돋움체 Light" panose="02020603020101020101" pitchFamily="18" charset="-127"/>
              <a:sym typeface="Monotype Sorts"/>
            </a:endParaRPr>
          </a:p>
        </p:txBody>
      </p:sp>
      <p:pic>
        <p:nvPicPr>
          <p:cNvPr id="8" name="그림 7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4487" y="339226"/>
            <a:ext cx="1933991" cy="425478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DE7F12A4-1D7E-099F-B66D-D57DEDD5C6B9}"/>
              </a:ext>
            </a:extLst>
          </p:cNvPr>
          <p:cNvSpPr txBox="1"/>
          <p:nvPr/>
        </p:nvSpPr>
        <p:spPr>
          <a:xfrm>
            <a:off x="200472" y="3738475"/>
            <a:ext cx="9017801" cy="1892826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>
              <a:bevelT w="0" h="38100"/>
            </a:sp3d>
          </a:bodyPr>
          <a:lstStyle/>
          <a:p>
            <a:pPr marL="0" lvl="1">
              <a:lnSpc>
                <a:spcPct val="200000"/>
              </a:lnSpc>
              <a:spcBef>
                <a:spcPts val="20"/>
              </a:spcBef>
              <a:spcAft>
                <a:spcPts val="601"/>
              </a:spcAft>
            </a:pPr>
            <a:r>
              <a:rPr lang="en-US" altLang="ko-KR" sz="2800" spc="-151" dirty="0"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Ⅰ.</a:t>
            </a:r>
            <a:r>
              <a:rPr lang="ko-KR" altLang="en-US" sz="2800" spc="-151" dirty="0"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연구 개요              </a:t>
            </a:r>
            <a:r>
              <a:rPr lang="en-US" altLang="ko-KR" sz="2800" spc="-151" dirty="0"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Ⅱ.</a:t>
            </a:r>
            <a:r>
              <a:rPr lang="ko-KR" altLang="en-US" sz="2800" spc="-151" dirty="0"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연구진 현황            </a:t>
            </a:r>
            <a:r>
              <a:rPr lang="en-US" altLang="ko-KR" sz="2800" spc="-151" dirty="0"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Ⅲ.</a:t>
            </a:r>
            <a:r>
              <a:rPr lang="ko-KR" altLang="en-US" sz="2800" spc="-151" dirty="0"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연구 수행</a:t>
            </a:r>
            <a:endParaRPr lang="en-US" altLang="ko-KR" sz="2800" spc="-151" dirty="0">
              <a:solidFill>
                <a:schemeClr val="bg1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  <a:p>
            <a:pPr marL="0" lvl="1" algn="l">
              <a:lnSpc>
                <a:spcPct val="200000"/>
              </a:lnSpc>
              <a:spcBef>
                <a:spcPts val="20"/>
              </a:spcBef>
              <a:spcAft>
                <a:spcPts val="601"/>
              </a:spcAft>
            </a:pPr>
            <a:r>
              <a:rPr lang="en-US" altLang="ko-KR" sz="2800" spc="-151"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      Ⅳ</a:t>
            </a:r>
            <a:r>
              <a:rPr lang="en-US" altLang="ko-KR" sz="2800" spc="-151" dirty="0"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.</a:t>
            </a:r>
            <a:r>
              <a:rPr lang="ko-KR" altLang="en-US" sz="2800" spc="-151" dirty="0"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추진 일정              </a:t>
            </a:r>
            <a:r>
              <a:rPr lang="en-US" altLang="ko-KR" sz="2800" spc="-151" dirty="0"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Ⅴ</a:t>
            </a:r>
            <a:r>
              <a:rPr lang="en-US" altLang="ko-KR" sz="2800" spc="-151"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.</a:t>
            </a:r>
            <a:r>
              <a:rPr lang="ko-KR" altLang="en-US" sz="2800" spc="-151"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자문 의견</a:t>
            </a:r>
            <a:endParaRPr lang="ko-KR" altLang="en-US" sz="2800" spc="-151" dirty="0">
              <a:solidFill>
                <a:schemeClr val="bg1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95829643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직사각형 11"/>
          <p:cNvSpPr/>
          <p:nvPr/>
        </p:nvSpPr>
        <p:spPr>
          <a:xfrm>
            <a:off x="0" y="-1"/>
            <a:ext cx="9906000" cy="6858001"/>
          </a:xfrm>
          <a:prstGeom prst="rect">
            <a:avLst/>
          </a:prstGeom>
          <a:solidFill>
            <a:srgbClr val="2F559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endParaRPr lang="ko-KR" altLang="en-US" sz="1400" dirty="0"/>
          </a:p>
        </p:txBody>
      </p:sp>
      <p:sp>
        <p:nvSpPr>
          <p:cNvPr id="25" name="액자 24"/>
          <p:cNvSpPr/>
          <p:nvPr/>
        </p:nvSpPr>
        <p:spPr>
          <a:xfrm>
            <a:off x="1279798" y="1881878"/>
            <a:ext cx="2664296" cy="2664296"/>
          </a:xfrm>
          <a:prstGeom prst="frame">
            <a:avLst>
              <a:gd name="adj1" fmla="val 6601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D72DD84C-63A5-4C1B-940D-DD0700290F8B}"/>
              </a:ext>
            </a:extLst>
          </p:cNvPr>
          <p:cNvSpPr/>
          <p:nvPr/>
        </p:nvSpPr>
        <p:spPr>
          <a:xfrm>
            <a:off x="1152196" y="1433560"/>
            <a:ext cx="2905969" cy="276999"/>
          </a:xfrm>
          <a:prstGeom prst="rect">
            <a:avLst/>
          </a:prstGeom>
        </p:spPr>
        <p:txBody>
          <a:bodyPr wrap="square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marL="0" lvl="1" indent="-85725" latinLnBrk="0">
              <a:spcBef>
                <a:spcPct val="0"/>
              </a:spcBef>
              <a:buClr>
                <a:srgbClr val="008400"/>
              </a:buClr>
              <a:buSzPct val="140000"/>
              <a:tabLst>
                <a:tab pos="5645238" algn="l"/>
              </a:tabLst>
              <a:defRPr/>
            </a:pPr>
            <a:r>
              <a:rPr lang="ko-KR" altLang="en-US" sz="1200" spc="-149">
                <a:solidFill>
                  <a:schemeClr val="bg1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국가기준점 지자기측량 발전방안 연구</a:t>
            </a:r>
            <a:endParaRPr lang="ko-KR" altLang="en-US" sz="1200" spc="-149">
              <a:solidFill>
                <a:schemeClr val="bg1"/>
              </a:solidFill>
              <a:latin typeface="KoPub돋움체 Medium" panose="02020603020101020101" pitchFamily="18" charset="-127"/>
              <a:ea typeface="KoPub돋움체 Medium" panose="02020603020101020101" pitchFamily="18" charset="-127"/>
              <a:sym typeface="Monotype Sorts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1467279" y="3173713"/>
            <a:ext cx="2289336" cy="646331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>
              <a:bevelT w="0" h="38100"/>
            </a:sp3d>
          </a:bodyPr>
          <a:lstStyle/>
          <a:p>
            <a:pPr marL="0" lvl="1" indent="-85725" latinLnBrk="0">
              <a:spcBef>
                <a:spcPct val="0"/>
              </a:spcBef>
              <a:buClr>
                <a:srgbClr val="008400"/>
              </a:buClr>
              <a:buSzPct val="140000"/>
              <a:tabLst>
                <a:tab pos="5645238" algn="l"/>
              </a:tabLst>
              <a:defRPr/>
            </a:pPr>
            <a:r>
              <a:rPr lang="ko-KR" altLang="en-US" sz="3600" spc="-149" dirty="0"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연구 개요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89408" y="2132857"/>
            <a:ext cx="934892" cy="923330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>
              <a:bevelT w="0" h="38100"/>
            </a:sp3d>
          </a:bodyPr>
          <a:lstStyle/>
          <a:p>
            <a:pPr>
              <a:spcBef>
                <a:spcPts val="19"/>
              </a:spcBef>
            </a:pPr>
            <a:r>
              <a:rPr lang="en-US" altLang="ko-KR" sz="5400" spc="-149" dirty="0">
                <a:solidFill>
                  <a:schemeClr val="bg1"/>
                </a:solidFill>
                <a:latin typeface="KoPub바탕체 Bold" panose="02020603020101020101" pitchFamily="18" charset="-127"/>
                <a:ea typeface="KoPub바탕체 Bold" panose="02020603020101020101" pitchFamily="18" charset="-127"/>
              </a:rPr>
              <a:t>Ⅰ</a:t>
            </a:r>
            <a:endParaRPr lang="ko-KR" altLang="en-US" sz="5400" spc="-149" dirty="0">
              <a:solidFill>
                <a:schemeClr val="bg1"/>
              </a:solidFill>
              <a:latin typeface="KoPub바탕체 Bold" panose="02020603020101020101" pitchFamily="18" charset="-127"/>
              <a:ea typeface="KoPub바탕체 Bold" panose="02020603020101020101" pitchFamily="18" charset="-127"/>
            </a:endParaRPr>
          </a:p>
        </p:txBody>
      </p:sp>
      <p:cxnSp>
        <p:nvCxnSpPr>
          <p:cNvPr id="15" name="직선 연결선 14"/>
          <p:cNvCxnSpPr/>
          <p:nvPr/>
        </p:nvCxnSpPr>
        <p:spPr>
          <a:xfrm>
            <a:off x="2385584" y="3040109"/>
            <a:ext cx="550396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" name="그림 9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97017" y="2132857"/>
            <a:ext cx="4650374" cy="4408539"/>
          </a:xfrm>
          <a:prstGeom prst="rect">
            <a:avLst/>
          </a:prstGeom>
          <a:solidFill>
            <a:srgbClr val="2F5596"/>
          </a:solidFill>
        </p:spPr>
      </p:pic>
    </p:spTree>
    <p:extLst>
      <p:ext uri="{BB962C8B-B14F-4D97-AF65-F5344CB8AC3E}">
        <p14:creationId xmlns:p14="http://schemas.microsoft.com/office/powerpoint/2010/main" val="3385075758"/>
      </p:ext>
    </p:extLst>
  </p:cSld>
  <p:clrMapOvr>
    <a:masterClrMapping/>
  </p:clrMapOvr>
  <p:transition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직사각형 22"/>
          <p:cNvSpPr/>
          <p:nvPr/>
        </p:nvSpPr>
        <p:spPr>
          <a:xfrm>
            <a:off x="0" y="-1"/>
            <a:ext cx="9906000" cy="6858001"/>
          </a:xfrm>
          <a:prstGeom prst="rect">
            <a:avLst/>
          </a:prstGeom>
          <a:solidFill>
            <a:srgbClr val="2F559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endParaRPr lang="ko-KR" altLang="en-US" sz="1400" dirty="0"/>
          </a:p>
        </p:txBody>
      </p:sp>
      <p:grpSp>
        <p:nvGrpSpPr>
          <p:cNvPr id="25" name="그룹 24"/>
          <p:cNvGrpSpPr/>
          <p:nvPr/>
        </p:nvGrpSpPr>
        <p:grpSpPr>
          <a:xfrm>
            <a:off x="1279798" y="1881875"/>
            <a:ext cx="2664296" cy="3779371"/>
            <a:chOff x="271685" y="251915"/>
            <a:chExt cx="1453411" cy="2061700"/>
          </a:xfrm>
        </p:grpSpPr>
        <p:sp>
          <p:nvSpPr>
            <p:cNvPr id="26" name="액자 25"/>
            <p:cNvSpPr/>
            <p:nvPr/>
          </p:nvSpPr>
          <p:spPr>
            <a:xfrm>
              <a:off x="271685" y="251915"/>
              <a:ext cx="1453411" cy="2061700"/>
            </a:xfrm>
            <a:prstGeom prst="frame">
              <a:avLst>
                <a:gd name="adj1" fmla="val 6601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grpSp>
          <p:nvGrpSpPr>
            <p:cNvPr id="27" name="그룹 26"/>
            <p:cNvGrpSpPr/>
            <p:nvPr/>
          </p:nvGrpSpPr>
          <p:grpSpPr>
            <a:xfrm>
              <a:off x="373958" y="388829"/>
              <a:ext cx="1248865" cy="920384"/>
              <a:chOff x="133026" y="1199392"/>
              <a:chExt cx="1248865" cy="920384"/>
            </a:xfrm>
          </p:grpSpPr>
          <p:sp>
            <p:nvSpPr>
              <p:cNvPr id="28" name="TextBox 27"/>
              <p:cNvSpPr txBox="1"/>
              <p:nvPr/>
            </p:nvSpPr>
            <p:spPr>
              <a:xfrm>
                <a:off x="133026" y="1767193"/>
                <a:ext cx="1248865" cy="35258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  <a:scene3d>
                  <a:camera prst="orthographicFront"/>
                  <a:lightRig rig="threePt" dir="t"/>
                </a:scene3d>
                <a:sp3d>
                  <a:bevelT w="0" h="38100"/>
                </a:sp3d>
              </a:bodyPr>
              <a:lstStyle/>
              <a:p>
                <a:pPr marL="0" lvl="1" indent="-85725" latinLnBrk="0">
                  <a:spcBef>
                    <a:spcPct val="0"/>
                  </a:spcBef>
                  <a:buClr>
                    <a:srgbClr val="008400"/>
                  </a:buClr>
                  <a:buSzPct val="140000"/>
                  <a:tabLst>
                    <a:tab pos="5645238" algn="l"/>
                  </a:tabLst>
                  <a:defRPr/>
                </a:pPr>
                <a:r>
                  <a:rPr lang="ko-KR" altLang="en-US" sz="3600" kern="0" spc="-100" dirty="0">
                    <a:ln>
                      <a:solidFill>
                        <a:srgbClr val="5B9BD5">
                          <a:alpha val="0"/>
                        </a:srgbClr>
                      </a:solidFill>
                    </a:ln>
                    <a:solidFill>
                      <a:sysClr val="window" lastClr="FFFFFF"/>
                    </a:solidFill>
                    <a:latin typeface="KoPub돋움체 Bold"/>
                    <a:ea typeface="KoPub돋움체 Bold"/>
                  </a:rPr>
                  <a:t>연구</a:t>
                </a:r>
                <a:r>
                  <a:rPr lang="en-US" altLang="ko-KR" sz="3600" kern="0" spc="-100" dirty="0">
                    <a:ln>
                      <a:solidFill>
                        <a:srgbClr val="5B9BD5">
                          <a:alpha val="0"/>
                        </a:srgbClr>
                      </a:solidFill>
                    </a:ln>
                    <a:solidFill>
                      <a:sysClr val="window" lastClr="FFFFFF"/>
                    </a:solidFill>
                    <a:latin typeface="KoPub돋움체 Bold"/>
                    <a:ea typeface="KoPub돋움체 Bold"/>
                  </a:rPr>
                  <a:t> </a:t>
                </a:r>
                <a:r>
                  <a:rPr lang="ko-KR" altLang="en-US" sz="3600" kern="0" spc="-100" dirty="0">
                    <a:ln>
                      <a:solidFill>
                        <a:srgbClr val="5B9BD5">
                          <a:alpha val="0"/>
                        </a:srgbClr>
                      </a:solidFill>
                    </a:ln>
                    <a:solidFill>
                      <a:sysClr val="window" lastClr="FFFFFF"/>
                    </a:solidFill>
                    <a:latin typeface="KoPub돋움체 Bold"/>
                    <a:ea typeface="KoPub돋움체 Bold"/>
                  </a:rPr>
                  <a:t>수행</a:t>
                </a:r>
                <a:endParaRPr lang="ko-KR" altLang="en-US" sz="3600" spc="-149" dirty="0">
                  <a:solidFill>
                    <a:schemeClr val="bg1"/>
                  </a:solidFill>
                  <a:latin typeface="KoPub돋움체 Bold" panose="02020603020101020101" pitchFamily="18" charset="-127"/>
                  <a:ea typeface="KoPub돋움체 Bold" panose="02020603020101020101" pitchFamily="18" charset="-127"/>
                </a:endParaRPr>
              </a:p>
            </p:txBody>
          </p:sp>
          <p:sp>
            <p:nvSpPr>
              <p:cNvPr id="29" name="TextBox 28"/>
              <p:cNvSpPr txBox="1"/>
              <p:nvPr/>
            </p:nvSpPr>
            <p:spPr>
              <a:xfrm>
                <a:off x="526958" y="1199392"/>
                <a:ext cx="509997" cy="50368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  <a:scene3d>
                  <a:camera prst="orthographicFront"/>
                  <a:lightRig rig="threePt" dir="t"/>
                </a:scene3d>
                <a:sp3d>
                  <a:bevelT w="0" h="38100"/>
                </a:sp3d>
              </a:bodyPr>
              <a:lstStyle/>
              <a:p>
                <a:pPr>
                  <a:spcBef>
                    <a:spcPts val="19"/>
                  </a:spcBef>
                </a:pPr>
                <a:r>
                  <a:rPr lang="en-US" altLang="ko-KR" sz="5400" spc="-149" dirty="0">
                    <a:solidFill>
                      <a:schemeClr val="bg1"/>
                    </a:solidFill>
                    <a:latin typeface="KoPub바탕체 Bold" panose="02020603020101020101" pitchFamily="18" charset="-127"/>
                    <a:ea typeface="KoPub바탕체 Bold" panose="02020603020101020101" pitchFamily="18" charset="-127"/>
                  </a:rPr>
                  <a:t>Ⅱ</a:t>
                </a:r>
                <a:endParaRPr lang="ko-KR" altLang="en-US" sz="5400" spc="-149" dirty="0">
                  <a:solidFill>
                    <a:schemeClr val="bg1"/>
                  </a:solidFill>
                  <a:latin typeface="KoPub바탕체 Bold" panose="02020603020101020101" pitchFamily="18" charset="-127"/>
                  <a:ea typeface="KoPub바탕체 Bold" panose="02020603020101020101" pitchFamily="18" charset="-127"/>
                </a:endParaRPr>
              </a:p>
            </p:txBody>
          </p:sp>
          <p:cxnSp>
            <p:nvCxnSpPr>
              <p:cNvPr id="30" name="직선 연결선 29"/>
              <p:cNvCxnSpPr/>
              <p:nvPr/>
            </p:nvCxnSpPr>
            <p:spPr>
              <a:xfrm>
                <a:off x="633975" y="1694311"/>
                <a:ext cx="300249" cy="0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pic>
        <p:nvPicPr>
          <p:cNvPr id="21" name="그림 2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48945" y="1744827"/>
            <a:ext cx="5144894" cy="5144894"/>
          </a:xfrm>
          <a:prstGeom prst="rect">
            <a:avLst/>
          </a:prstGeom>
        </p:spPr>
      </p:pic>
      <p:sp>
        <p:nvSpPr>
          <p:cNvPr id="11" name="직사각형 10">
            <a:extLst>
              <a:ext uri="{FF2B5EF4-FFF2-40B4-BE49-F238E27FC236}">
                <a16:creationId xmlns:a16="http://schemas.microsoft.com/office/drawing/2014/main" id="{D72DD84C-63A5-4C1B-940D-DD0700290F8B}"/>
              </a:ext>
            </a:extLst>
          </p:cNvPr>
          <p:cNvSpPr/>
          <p:nvPr/>
        </p:nvSpPr>
        <p:spPr>
          <a:xfrm>
            <a:off x="1152196" y="1433560"/>
            <a:ext cx="2905969" cy="276999"/>
          </a:xfrm>
          <a:prstGeom prst="rect">
            <a:avLst/>
          </a:prstGeom>
        </p:spPr>
        <p:txBody>
          <a:bodyPr wrap="square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marL="0" lvl="1" indent="-85725" latinLnBrk="0">
              <a:spcBef>
                <a:spcPct val="0"/>
              </a:spcBef>
              <a:buClr>
                <a:srgbClr val="008400"/>
              </a:buClr>
              <a:buSzPct val="140000"/>
              <a:tabLst>
                <a:tab pos="5645238" algn="l"/>
              </a:tabLst>
              <a:defRPr/>
            </a:pPr>
            <a:r>
              <a:rPr lang="ko-KR" altLang="en-US" sz="1200" spc="-149">
                <a:solidFill>
                  <a:schemeClr val="bg1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국가기준점 지자기측량 발전방안 연구</a:t>
            </a:r>
            <a:endParaRPr lang="ko-KR" altLang="en-US" sz="1200" spc="-149">
              <a:solidFill>
                <a:schemeClr val="bg1"/>
              </a:solidFill>
              <a:latin typeface="KoPub돋움체 Medium" panose="02020603020101020101" pitchFamily="18" charset="-127"/>
              <a:ea typeface="KoPub돋움체 Medium" panose="02020603020101020101" pitchFamily="18" charset="-127"/>
              <a:sym typeface="Monotype Sorts"/>
            </a:endParaRPr>
          </a:p>
        </p:txBody>
      </p:sp>
    </p:spTree>
    <p:extLst>
      <p:ext uri="{BB962C8B-B14F-4D97-AF65-F5344CB8AC3E}">
        <p14:creationId xmlns:p14="http://schemas.microsoft.com/office/powerpoint/2010/main" val="4051548010"/>
      </p:ext>
    </p:extLst>
  </p:cSld>
  <p:clrMapOvr>
    <a:masterClrMapping/>
  </p:clrMapOvr>
  <p:transition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C8DC2F-8E2B-0D23-7A4C-985F037687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사각형: 둥근 모서리 5">
            <a:extLst>
              <a:ext uri="{FF2B5EF4-FFF2-40B4-BE49-F238E27FC236}">
                <a16:creationId xmlns:a16="http://schemas.microsoft.com/office/drawing/2014/main" id="{8D23F761-20D9-81C4-2A96-A11613835383}"/>
              </a:ext>
            </a:extLst>
          </p:cNvPr>
          <p:cNvSpPr/>
          <p:nvPr/>
        </p:nvSpPr>
        <p:spPr>
          <a:xfrm>
            <a:off x="292100" y="1222272"/>
            <a:ext cx="6101060" cy="437381"/>
          </a:xfrm>
          <a:prstGeom prst="roundRect">
            <a:avLst>
              <a:gd name="adj" fmla="val 50000"/>
            </a:avLst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03551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5F05C9D-4957-8AB3-89BA-C63102714E8A}"/>
              </a:ext>
            </a:extLst>
          </p:cNvPr>
          <p:cNvSpPr txBox="1"/>
          <p:nvPr/>
        </p:nvSpPr>
        <p:spPr>
          <a:xfrm>
            <a:off x="957098" y="1194293"/>
            <a:ext cx="6228150" cy="461665"/>
          </a:xfrm>
          <a:prstGeom prst="rect">
            <a:avLst/>
          </a:prstGeom>
        </p:spPr>
        <p:txBody>
          <a:bodyPr wrap="square">
            <a:spAutoFit/>
            <a:scene3d>
              <a:camera prst="orthographicFront"/>
              <a:lightRig rig="threePt" dir="t"/>
            </a:scene3d>
            <a:sp3d>
              <a:bevelT w="0"/>
            </a:sp3d>
          </a:bodyPr>
          <a:lstStyle>
            <a:defPPr>
              <a:defRPr lang="ko-KR"/>
            </a:defPPr>
            <a:lvl1pPr marL="92075" indent="-92075" defTabSz="1043056" latinLnBrk="0">
              <a:spcBef>
                <a:spcPts val="200"/>
              </a:spcBef>
              <a:buFont typeface="Arial" panose="020B0604020202020204" pitchFamily="34" charset="0"/>
              <a:buChar char="•"/>
              <a:defRPr sz="800" kern="0" spc="-100">
                <a:solidFill>
                  <a:schemeClr val="tx1">
                    <a:lumMod val="75000"/>
                    <a:lumOff val="25000"/>
                  </a:schemeClr>
                </a:solidFill>
                <a:latin typeface="Rix고딕 M" panose="02020603020101020101" pitchFamily="18" charset="-127"/>
                <a:ea typeface="Rix고딕 M" panose="02020603020101020101" pitchFamily="18" charset="-127"/>
              </a:defRPr>
            </a:lvl1pPr>
          </a:lstStyle>
          <a:p>
            <a:pPr marL="0" indent="0" algn="l">
              <a:spcBef>
                <a:spcPts val="0"/>
              </a:spcBef>
              <a:buClr>
                <a:prstClr val="white"/>
              </a:buClr>
              <a:buNone/>
              <a:defRPr/>
            </a:pPr>
            <a:r>
              <a:rPr lang="ko-KR" altLang="en-US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기존 반복 관측 성과 기반 지자기모델 시범구축</a:t>
            </a: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0EFC0963-CAFC-CE27-05BD-F0DDDED39546}"/>
              </a:ext>
            </a:extLst>
          </p:cNvPr>
          <p:cNvSpPr/>
          <p:nvPr/>
        </p:nvSpPr>
        <p:spPr>
          <a:xfrm>
            <a:off x="415924" y="335141"/>
            <a:ext cx="7561412" cy="523220"/>
          </a:xfrm>
          <a:prstGeom prst="rect">
            <a:avLst/>
          </a:prstGeom>
        </p:spPr>
        <p:txBody>
          <a:bodyPr wrap="square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marL="0" lvl="1" indent="-85725" algn="l" latinLnBrk="0">
              <a:spcBef>
                <a:spcPct val="0"/>
              </a:spcBef>
              <a:buClr>
                <a:srgbClr val="008400"/>
              </a:buClr>
              <a:buSzPct val="140000"/>
              <a:tabLst>
                <a:tab pos="5645270" algn="l"/>
              </a:tabLst>
              <a:defRPr/>
            </a:pPr>
            <a:r>
              <a:rPr lang="en-US" altLang="ko-KR" sz="2800" spc="-150" dirty="0"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Monotype Sorts"/>
              </a:rPr>
              <a:t>1. </a:t>
            </a:r>
            <a:r>
              <a:rPr lang="ko-KR" altLang="en-US" sz="2800" spc="-150" dirty="0"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Monotype Sorts"/>
              </a:rPr>
              <a:t>기존</a:t>
            </a:r>
            <a:r>
              <a:rPr lang="en-US" altLang="ko-KR" sz="2800" spc="-150" dirty="0"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Monotype Sorts"/>
              </a:rPr>
              <a:t> </a:t>
            </a:r>
            <a:r>
              <a:rPr lang="ko-KR" altLang="en-US" sz="2800" spc="-150" dirty="0"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Monotype Sorts"/>
              </a:rPr>
              <a:t>성과</a:t>
            </a:r>
            <a:r>
              <a:rPr lang="en-US" altLang="ko-KR" sz="2800" spc="-150" dirty="0"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Monotype Sorts"/>
              </a:rPr>
              <a:t> </a:t>
            </a:r>
            <a:r>
              <a:rPr lang="ko-KR" altLang="en-US" sz="2800" spc="-150" dirty="0"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Monotype Sorts"/>
              </a:rPr>
              <a:t>기반</a:t>
            </a:r>
            <a:r>
              <a:rPr lang="en-US" altLang="ko-KR" sz="2800" spc="-150" dirty="0"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Monotype Sorts"/>
              </a:rPr>
              <a:t> ’25</a:t>
            </a:r>
            <a:r>
              <a:rPr lang="ko-KR" altLang="en-US" sz="2800" spc="-150" dirty="0"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Monotype Sorts"/>
              </a:rPr>
              <a:t>년</a:t>
            </a:r>
            <a:r>
              <a:rPr lang="en-US" altLang="ko-KR" sz="2800" spc="-150" dirty="0"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Monotype Sorts"/>
              </a:rPr>
              <a:t> </a:t>
            </a:r>
            <a:r>
              <a:rPr lang="ko-KR" altLang="en-US" sz="2800" spc="-150" dirty="0"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Monotype Sorts"/>
              </a:rPr>
              <a:t>지자기모델</a:t>
            </a:r>
            <a:r>
              <a:rPr lang="en-US" altLang="ko-KR" sz="2800" spc="-150" dirty="0"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Monotype Sorts"/>
              </a:rPr>
              <a:t> </a:t>
            </a:r>
            <a:r>
              <a:rPr lang="ko-KR" altLang="en-US" sz="2800" spc="-150" dirty="0"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Monotype Sorts"/>
              </a:rPr>
              <a:t>시범</a:t>
            </a:r>
            <a:r>
              <a:rPr lang="en-US" altLang="ko-KR" sz="2800" spc="-150" dirty="0"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Monotype Sorts"/>
              </a:rPr>
              <a:t> </a:t>
            </a:r>
            <a:r>
              <a:rPr lang="ko-KR" altLang="en-US" sz="2800" spc="-150" dirty="0"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Monotype Sorts"/>
              </a:rPr>
              <a:t>구축</a:t>
            </a:r>
          </a:p>
        </p:txBody>
      </p:sp>
      <p:pic>
        <p:nvPicPr>
          <p:cNvPr id="26" name="그림 25">
            <a:extLst>
              <a:ext uri="{FF2B5EF4-FFF2-40B4-BE49-F238E27FC236}">
                <a16:creationId xmlns:a16="http://schemas.microsoft.com/office/drawing/2014/main" id="{5CFE1913-8F9A-64E4-6CA1-B62FB3EA0983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grayscl/>
            <a:lum bright="-40000" contrast="-40000"/>
          </a:blip>
          <a:stretch>
            <a:fillRect/>
          </a:stretch>
        </p:blipFill>
        <p:spPr>
          <a:xfrm>
            <a:off x="473403" y="1236838"/>
            <a:ext cx="432048" cy="417271"/>
          </a:xfrm>
          <a:prstGeom prst="rect">
            <a:avLst/>
          </a:prstGeom>
        </p:spPr>
      </p:pic>
      <p:sp>
        <p:nvSpPr>
          <p:cNvPr id="30" name="Rectangle 29"/>
          <p:cNvSpPr/>
          <p:nvPr/>
        </p:nvSpPr>
        <p:spPr>
          <a:xfrm>
            <a:off x="411480" y="1828800"/>
            <a:ext cx="9079992" cy="658368"/>
          </a:xfrm>
          <a:prstGeom prst="rect">
            <a:avLst/>
          </a:prstGeom>
          <a:solidFill>
            <a:srgbClr val="FDEA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39496" y="1883664"/>
            <a:ext cx="8823960" cy="201168"/>
          </a:xfrm>
          <a:prstGeom prst="rect">
            <a:avLst/>
          </a:prstGeom>
          <a:noFill/>
        </p:spPr>
        <p:txBody>
          <a:bodyPr wrap="square" lIns="18000" rIns="1800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595959"/>
                </a:solidFill>
                <a:latin typeface="KoPub돋움체 Medium"/>
              </a:rPr>
              <a:t>모델 개발에 사용한 자료 확인 (반복관측점 · 상시관측소 · 전지구모델)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9496" y="2084832"/>
            <a:ext cx="8823960" cy="347472"/>
          </a:xfrm>
          <a:prstGeom prst="rect">
            <a:avLst/>
          </a:prstGeom>
          <a:noFill/>
        </p:spPr>
        <p:txBody>
          <a:bodyPr wrap="square" lIns="18000" rIns="1800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A1A1A"/>
                </a:solidFill>
                <a:latin typeface="KoPub돋움체 Bold"/>
              </a:rPr>
              <a:t>‘25년 시범모델은 반복관측 성과·상시관측소·전지구모델·항공자력 4종 자료로 구축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11480" y="2651760"/>
            <a:ext cx="9079992" cy="310896"/>
          </a:xfrm>
          <a:prstGeom prst="rect">
            <a:avLst/>
          </a:prstGeom>
          <a:solidFill>
            <a:srgbClr val="2F54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2670048"/>
            <a:ext cx="870783" cy="310896"/>
          </a:xfrm>
          <a:prstGeom prst="rect">
            <a:avLst/>
          </a:prstGeom>
          <a:noFill/>
        </p:spPr>
        <p:txBody>
          <a:bodyPr wrap="square" lIns="18000" rIns="1800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>
                <a:solidFill>
                  <a:srgbClr val="FFFFFF"/>
                </a:solidFill>
                <a:latin typeface="KoPub돋움체 Bold"/>
              </a:rPr>
              <a:t>구분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01719" y="2670048"/>
            <a:ext cx="2686781" cy="310896"/>
          </a:xfrm>
          <a:prstGeom prst="rect">
            <a:avLst/>
          </a:prstGeom>
          <a:noFill/>
        </p:spPr>
        <p:txBody>
          <a:bodyPr wrap="square" lIns="18000" rIns="1800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>
                <a:solidFill>
                  <a:srgbClr val="FFFFFF"/>
                </a:solidFill>
                <a:latin typeface="KoPub돋움체 Bold"/>
              </a:rPr>
              <a:t>자료원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316516" y="2670048"/>
            <a:ext cx="961583" cy="310896"/>
          </a:xfrm>
          <a:prstGeom prst="rect">
            <a:avLst/>
          </a:prstGeom>
          <a:noFill/>
        </p:spPr>
        <p:txBody>
          <a:bodyPr wrap="square" lIns="18000" rIns="1800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>
                <a:solidFill>
                  <a:srgbClr val="FFFFFF"/>
                </a:solidFill>
                <a:latin typeface="KoPub돋움체 Bold"/>
              </a:rPr>
              <a:t>규모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06115" y="2670048"/>
            <a:ext cx="2141982" cy="310896"/>
          </a:xfrm>
          <a:prstGeom prst="rect">
            <a:avLst/>
          </a:prstGeom>
          <a:noFill/>
        </p:spPr>
        <p:txBody>
          <a:bodyPr wrap="square" lIns="18000" rIns="1800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>
                <a:solidFill>
                  <a:srgbClr val="FFFFFF"/>
                </a:solidFill>
                <a:latin typeface="KoPub돋움체 Bold"/>
              </a:rPr>
              <a:t>모델 내 역할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676113" y="2670048"/>
            <a:ext cx="1778782" cy="310896"/>
          </a:xfrm>
          <a:prstGeom prst="rect">
            <a:avLst/>
          </a:prstGeom>
          <a:noFill/>
        </p:spPr>
        <p:txBody>
          <a:bodyPr wrap="square" lIns="18000" rIns="1800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>
                <a:solidFill>
                  <a:srgbClr val="FFFFFF"/>
                </a:solidFill>
                <a:latin typeface="KoPub돋움체 Bold"/>
              </a:rPr>
              <a:t>비고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11480" y="2962656"/>
            <a:ext cx="9079992" cy="420624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02920" y="2990087"/>
            <a:ext cx="870783" cy="420624"/>
          </a:xfrm>
          <a:prstGeom prst="rect">
            <a:avLst/>
          </a:prstGeom>
          <a:noFill/>
        </p:spPr>
        <p:txBody>
          <a:bodyPr wrap="square" lIns="18000" rIns="1800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>
                <a:solidFill>
                  <a:srgbClr val="1A1A1A"/>
                </a:solidFill>
                <a:latin typeface="KoPub돋움체 Bold"/>
              </a:rPr>
              <a:t>반복관측점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501719" y="2990087"/>
            <a:ext cx="2686781" cy="420624"/>
          </a:xfrm>
          <a:prstGeom prst="rect">
            <a:avLst/>
          </a:prstGeom>
          <a:noFill/>
        </p:spPr>
        <p:txBody>
          <a:bodyPr wrap="square" lIns="18000" rIns="1800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1A1A1A"/>
                </a:solidFill>
                <a:latin typeface="KoPub돋움체 Medium"/>
              </a:rPr>
              <a:t>지자기점 관측성과(’22~’25) + ’19년 야장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316516" y="2990087"/>
            <a:ext cx="961583" cy="420624"/>
          </a:xfrm>
          <a:prstGeom prst="rect">
            <a:avLst/>
          </a:prstGeom>
          <a:noFill/>
        </p:spPr>
        <p:txBody>
          <a:bodyPr wrap="square" lIns="18000" rIns="1800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1A1A1A"/>
                </a:solidFill>
                <a:latin typeface="KoPub돋움체 Medium"/>
              </a:rPr>
              <a:t>16점 · 30회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06115" y="2990087"/>
            <a:ext cx="2141982" cy="420624"/>
          </a:xfrm>
          <a:prstGeom prst="rect">
            <a:avLst/>
          </a:prstGeom>
          <a:noFill/>
        </p:spPr>
        <p:txBody>
          <a:bodyPr wrap="square" lIns="18000" rIns="1800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1A1A1A"/>
                </a:solidFill>
                <a:latin typeface="KoPub돋움체 Medium"/>
              </a:rPr>
              <a:t>② Regional (공간분포)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676113" y="2990087"/>
            <a:ext cx="1778782" cy="420624"/>
          </a:xfrm>
          <a:prstGeom prst="rect">
            <a:avLst/>
          </a:prstGeom>
          <a:noFill/>
        </p:spPr>
        <p:txBody>
          <a:bodyPr wrap="square" lIns="18000" rIns="1800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1A1A1A"/>
                </a:solidFill>
                <a:latin typeface="KoPub돋움체 Medium"/>
              </a:rPr>
              <a:t>재방문 불일치 2점 제외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02920" y="3410711"/>
            <a:ext cx="870783" cy="420624"/>
          </a:xfrm>
          <a:prstGeom prst="rect">
            <a:avLst/>
          </a:prstGeom>
          <a:noFill/>
        </p:spPr>
        <p:txBody>
          <a:bodyPr wrap="square" lIns="18000" rIns="1800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>
                <a:solidFill>
                  <a:srgbClr val="1A1A1A"/>
                </a:solidFill>
                <a:latin typeface="KoPub돋움체 Bold"/>
              </a:rPr>
              <a:t>상시관측소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501719" y="3410711"/>
            <a:ext cx="2686781" cy="420624"/>
          </a:xfrm>
          <a:prstGeom prst="rect">
            <a:avLst/>
          </a:prstGeom>
          <a:noFill/>
        </p:spPr>
        <p:txBody>
          <a:bodyPr wrap="square" lIns="18000" rIns="1800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1A1A1A"/>
                </a:solidFill>
                <a:latin typeface="KoPub돋움체 Medium"/>
              </a:rPr>
              <a:t>청양(기상청) · 제주 · 강릉 · 이천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316516" y="3410711"/>
            <a:ext cx="961583" cy="420624"/>
          </a:xfrm>
          <a:prstGeom prst="rect">
            <a:avLst/>
          </a:prstGeom>
          <a:noFill/>
        </p:spPr>
        <p:txBody>
          <a:bodyPr wrap="square" lIns="18000" rIns="1800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1A1A1A"/>
                </a:solidFill>
                <a:latin typeface="KoPub돋움체 Medium"/>
              </a:rPr>
              <a:t>4개소 1분자료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406115" y="3410711"/>
            <a:ext cx="2141982" cy="420624"/>
          </a:xfrm>
          <a:prstGeom prst="rect">
            <a:avLst/>
          </a:prstGeom>
          <a:noFill/>
        </p:spPr>
        <p:txBody>
          <a:bodyPr wrap="square" lIns="18000" rIns="1800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1A1A1A"/>
                </a:solidFill>
                <a:latin typeface="KoPub돋움체 Medium"/>
              </a:rPr>
              <a:t>④ External (보정량 산출)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676113" y="3410711"/>
            <a:ext cx="1778782" cy="420624"/>
          </a:xfrm>
          <a:prstGeom prst="rect">
            <a:avLst/>
          </a:prstGeom>
          <a:noFill/>
        </p:spPr>
        <p:txBody>
          <a:bodyPr wrap="square" lIns="18000" rIns="1800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1A1A1A"/>
                </a:solidFill>
                <a:latin typeface="KoPub돋움체 Medium"/>
              </a:rPr>
              <a:t>관측시각 복원(’19~’25) · 모델 반영은 보류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11480" y="3803904"/>
            <a:ext cx="9079992" cy="420624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02920" y="3831336"/>
            <a:ext cx="870783" cy="420624"/>
          </a:xfrm>
          <a:prstGeom prst="rect">
            <a:avLst/>
          </a:prstGeom>
          <a:noFill/>
        </p:spPr>
        <p:txBody>
          <a:bodyPr wrap="square" lIns="18000" rIns="1800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>
                <a:solidFill>
                  <a:srgbClr val="1A1A1A"/>
                </a:solidFill>
                <a:latin typeface="KoPub돋움체 Bold"/>
              </a:rPr>
              <a:t>전지구모델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501719" y="3831336"/>
            <a:ext cx="2686781" cy="420624"/>
          </a:xfrm>
          <a:prstGeom prst="rect">
            <a:avLst/>
          </a:prstGeom>
          <a:noFill/>
        </p:spPr>
        <p:txBody>
          <a:bodyPr wrap="square" lIns="18000" rIns="1800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1A1A1A"/>
                </a:solidFill>
                <a:latin typeface="KoPub돋움체 Medium"/>
              </a:rPr>
              <a:t>IGRF-14 (13차 구면조화)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316516" y="3831336"/>
            <a:ext cx="961583" cy="420624"/>
          </a:xfrm>
          <a:prstGeom prst="rect">
            <a:avLst/>
          </a:prstGeom>
          <a:noFill/>
        </p:spPr>
        <p:txBody>
          <a:bodyPr wrap="square" lIns="18000" rIns="1800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1A1A1A"/>
                </a:solidFill>
                <a:latin typeface="KoPub돋움체 Medium"/>
              </a:rPr>
              <a:t>4개 에폭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406115" y="3831336"/>
            <a:ext cx="2141982" cy="420624"/>
          </a:xfrm>
          <a:prstGeom prst="rect">
            <a:avLst/>
          </a:prstGeom>
          <a:noFill/>
        </p:spPr>
        <p:txBody>
          <a:bodyPr wrap="square" lIns="18000" rIns="1800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1A1A1A"/>
                </a:solidFill>
                <a:latin typeface="KoPub돋움체 Medium"/>
              </a:rPr>
              <a:t>① Core (주자기장)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676113" y="3831336"/>
            <a:ext cx="1778782" cy="420624"/>
          </a:xfrm>
          <a:prstGeom prst="rect">
            <a:avLst/>
          </a:prstGeom>
          <a:noFill/>
        </p:spPr>
        <p:txBody>
          <a:bodyPr wrap="square" lIns="18000" rIns="1800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1A1A1A"/>
                </a:solidFill>
                <a:latin typeface="KoPub돋움체 Medium"/>
              </a:rPr>
              <a:t>공식 계산기와 자릿수 내 일치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02920" y="4251960"/>
            <a:ext cx="870783" cy="420624"/>
          </a:xfrm>
          <a:prstGeom prst="rect">
            <a:avLst/>
          </a:prstGeom>
          <a:noFill/>
        </p:spPr>
        <p:txBody>
          <a:bodyPr wrap="square" lIns="18000" rIns="1800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>
                <a:solidFill>
                  <a:srgbClr val="1A1A1A"/>
                </a:solidFill>
                <a:latin typeface="KoPub돋움체 Bold"/>
              </a:rPr>
              <a:t>항공자력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501719" y="4251960"/>
            <a:ext cx="2686781" cy="420624"/>
          </a:xfrm>
          <a:prstGeom prst="rect">
            <a:avLst/>
          </a:prstGeom>
          <a:noFill/>
        </p:spPr>
        <p:txBody>
          <a:bodyPr wrap="square" lIns="18000" rIns="1800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1A1A1A"/>
                </a:solidFill>
                <a:latin typeface="KoPub돋움체 Medium"/>
              </a:rPr>
              <a:t>KIGAM 자력이상도 1.5분 격자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316516" y="4251960"/>
            <a:ext cx="961583" cy="420624"/>
          </a:xfrm>
          <a:prstGeom prst="rect">
            <a:avLst/>
          </a:prstGeom>
          <a:noFill/>
        </p:spPr>
        <p:txBody>
          <a:bodyPr wrap="square" lIns="18000" rIns="1800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1A1A1A"/>
                </a:solidFill>
                <a:latin typeface="KoPub돋움체 Medium"/>
              </a:rPr>
              <a:t>약 2.8 km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406115" y="4251960"/>
            <a:ext cx="2141982" cy="420624"/>
          </a:xfrm>
          <a:prstGeom prst="rect">
            <a:avLst/>
          </a:prstGeom>
          <a:noFill/>
        </p:spPr>
        <p:txBody>
          <a:bodyPr wrap="square" lIns="18000" rIns="1800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1A1A1A"/>
                </a:solidFill>
                <a:latin typeface="KoPub돋움체 Medium"/>
              </a:rPr>
              <a:t>③ Crustal (지각 자기이상)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676113" y="4251960"/>
            <a:ext cx="1778782" cy="420624"/>
          </a:xfrm>
          <a:prstGeom prst="rect">
            <a:avLst/>
          </a:prstGeom>
          <a:noFill/>
        </p:spPr>
        <p:txBody>
          <a:bodyPr wrap="square" lIns="18000" rIns="1800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1A1A1A"/>
                </a:solidFill>
                <a:latin typeface="KoPub돋움체 Medium"/>
              </a:rPr>
              <a:t>원측선 자료는 부재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11480" y="2651760"/>
            <a:ext cx="9079992" cy="1993392"/>
          </a:xfrm>
          <a:prstGeom prst="rect">
            <a:avLst/>
          </a:prstGeom>
          <a:noFill/>
          <a:ln w="9525">
            <a:solidFill>
              <a:srgbClr val="BFCB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411480" y="4846320"/>
            <a:ext cx="9079992" cy="1170432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2F54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594360" y="4709159"/>
            <a:ext cx="2697480" cy="274320"/>
          </a:xfrm>
          <a:prstGeom prst="roundRect">
            <a:avLst>
              <a:gd name="adj" fmla="val 14000"/>
            </a:avLst>
          </a:prstGeom>
          <a:solidFill>
            <a:srgbClr val="2F54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94360" y="4727447"/>
            <a:ext cx="2697480" cy="274320"/>
          </a:xfrm>
          <a:prstGeom prst="rect">
            <a:avLst/>
          </a:prstGeom>
          <a:noFill/>
        </p:spPr>
        <p:txBody>
          <a:bodyPr wrap="square" lIns="18000" rIns="1800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>
                <a:solidFill>
                  <a:srgbClr val="FFFFFF"/>
                </a:solidFill>
                <a:latin typeface="KoPub돋움체 Bold"/>
              </a:rPr>
              <a:t>청양 상시관측소 자료 활용 여부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67512" y="5120640"/>
            <a:ext cx="8567928" cy="274320"/>
          </a:xfrm>
          <a:prstGeom prst="rect">
            <a:avLst/>
          </a:prstGeom>
          <a:noFill/>
        </p:spPr>
        <p:txBody>
          <a:bodyPr wrap="square" lIns="18000" rIns="1800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2F5497"/>
                </a:solidFill>
                <a:latin typeface="KoPub돋움체 Bold"/>
              </a:rPr>
              <a:t>보정량은 산출하였으나, 현재 표본에서는 모델 반영을 보류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67512" y="5431536"/>
            <a:ext cx="8567928" cy="512064"/>
          </a:xfrm>
          <a:prstGeom prst="rect">
            <a:avLst/>
          </a:prstGeom>
          <a:noFill/>
        </p:spPr>
        <p:txBody>
          <a:bodyPr wrap="square" lIns="18000" rIns="1800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>
                <a:solidFill>
                  <a:srgbClr val="1A1A1A"/>
                </a:solidFill>
                <a:latin typeface="KoPub돋움체 Medium"/>
              </a:rPr>
              <a:t>· 자문의견(거리·위도 차이로 단독 적용 한계)에 따라 청양 단독이 아닌 4개소 공간보간으로 세션별 보정량을 산출</a:t>
            </a:r>
          </a:p>
          <a:p>
            <a:pPr algn="l">
              <a:lnSpc>
                <a:spcPct val="135000"/>
              </a:lnSpc>
            </a:pPr>
            <a:r>
              <a:rPr sz="1050" b="0">
                <a:solidFill>
                  <a:srgbClr val="1A1A1A"/>
                </a:solidFill>
                <a:latin typeface="KoPub돋움체 Medium"/>
              </a:rPr>
              <a:t>· 다만 평가 측점을 고정한 교차검증에서 보정 전(0.502°)보다 개선되지 않아(0.510~0.532°) 반영은 측점 확충 후 재판정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11480" y="6108192"/>
            <a:ext cx="9079992" cy="274320"/>
          </a:xfrm>
          <a:prstGeom prst="rect">
            <a:avLst/>
          </a:prstGeom>
          <a:noFill/>
        </p:spPr>
        <p:txBody>
          <a:bodyPr wrap="square" lIns="18000" rIns="1800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595959"/>
                </a:solidFill>
                <a:latin typeface="KoPub돋움체 Medium"/>
              </a:rPr>
              <a:t>※ 반복관측 성과는 야장 원본과 대조하여 일변화·기준시점 환산이 적용되지 않은 원시값임을 확인함(매칭 18행 전부 표기 자릿수 이내 일치)</a:t>
            </a:r>
          </a:p>
        </p:txBody>
      </p:sp>
    </p:spTree>
    <p:extLst>
      <p:ext uri="{BB962C8B-B14F-4D97-AF65-F5344CB8AC3E}">
        <p14:creationId xmlns:p14="http://schemas.microsoft.com/office/powerpoint/2010/main" val="4236135929"/>
      </p:ext>
    </p:extLst>
  </p:cSld>
  <p:clrMapOvr>
    <a:masterClrMapping/>
  </p:clrMapOvr>
  <p:transition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97FFBC-97ED-C0E5-7D63-794E0C0B68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사각형: 둥근 모서리 5">
            <a:extLst>
              <a:ext uri="{FF2B5EF4-FFF2-40B4-BE49-F238E27FC236}">
                <a16:creationId xmlns:a16="http://schemas.microsoft.com/office/drawing/2014/main" id="{BF1C4B7C-2107-7718-4360-742351117A61}"/>
              </a:ext>
            </a:extLst>
          </p:cNvPr>
          <p:cNvSpPr/>
          <p:nvPr/>
        </p:nvSpPr>
        <p:spPr>
          <a:xfrm>
            <a:off x="292100" y="1222272"/>
            <a:ext cx="6677124" cy="437381"/>
          </a:xfrm>
          <a:prstGeom prst="roundRect">
            <a:avLst>
              <a:gd name="adj" fmla="val 50000"/>
            </a:avLst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03551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442D0B8-4CDB-74C8-FB7D-5684DB66BC4D}"/>
              </a:ext>
            </a:extLst>
          </p:cNvPr>
          <p:cNvSpPr txBox="1"/>
          <p:nvPr/>
        </p:nvSpPr>
        <p:spPr>
          <a:xfrm>
            <a:off x="957098" y="1194293"/>
            <a:ext cx="6228150" cy="461665"/>
          </a:xfrm>
          <a:prstGeom prst="rect">
            <a:avLst/>
          </a:prstGeom>
        </p:spPr>
        <p:txBody>
          <a:bodyPr wrap="square">
            <a:spAutoFit/>
            <a:scene3d>
              <a:camera prst="orthographicFront"/>
              <a:lightRig rig="threePt" dir="t"/>
            </a:scene3d>
            <a:sp3d>
              <a:bevelT w="0"/>
            </a:sp3d>
          </a:bodyPr>
          <a:lstStyle>
            <a:defPPr>
              <a:defRPr lang="ko-KR"/>
            </a:defPPr>
            <a:lvl1pPr marL="92075" indent="-92075" defTabSz="1043056" latinLnBrk="0">
              <a:spcBef>
                <a:spcPts val="200"/>
              </a:spcBef>
              <a:buFont typeface="Arial" panose="020B0604020202020204" pitchFamily="34" charset="0"/>
              <a:buChar char="•"/>
              <a:defRPr sz="800" kern="0" spc="-100">
                <a:solidFill>
                  <a:schemeClr val="tx1">
                    <a:lumMod val="75000"/>
                    <a:lumOff val="25000"/>
                  </a:schemeClr>
                </a:solidFill>
                <a:latin typeface="Rix고딕 M" panose="02020603020101020101" pitchFamily="18" charset="-127"/>
                <a:ea typeface="Rix고딕 M" panose="02020603020101020101" pitchFamily="18" charset="-127"/>
              </a:defRPr>
            </a:lvl1pPr>
          </a:lstStyle>
          <a:p>
            <a:pPr marL="0" indent="0" algn="l">
              <a:spcBef>
                <a:spcPts val="0"/>
              </a:spcBef>
              <a:buClr>
                <a:prstClr val="white"/>
              </a:buClr>
              <a:buNone/>
              <a:defRPr/>
            </a:pPr>
            <a:r>
              <a:rPr lang="en-US" altLang="ko-KR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LMM(국내외기준) 모델 비교 및 한계·개선방향 도출</a:t>
            </a: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0BA6D15D-AD0B-E851-905B-B2F49AA0522D}"/>
              </a:ext>
            </a:extLst>
          </p:cNvPr>
          <p:cNvSpPr/>
          <p:nvPr/>
        </p:nvSpPr>
        <p:spPr>
          <a:xfrm>
            <a:off x="415924" y="335141"/>
            <a:ext cx="7561412" cy="523220"/>
          </a:xfrm>
          <a:prstGeom prst="rect">
            <a:avLst/>
          </a:prstGeom>
        </p:spPr>
        <p:txBody>
          <a:bodyPr wrap="square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marL="0" lvl="1" indent="-85725" algn="l" latinLnBrk="0">
              <a:spcBef>
                <a:spcPct val="0"/>
              </a:spcBef>
              <a:buClr>
                <a:srgbClr val="008400"/>
              </a:buClr>
              <a:buSzPct val="140000"/>
              <a:tabLst>
                <a:tab pos="5645270" algn="l"/>
              </a:tabLst>
              <a:defRPr/>
            </a:pPr>
            <a:r>
              <a:rPr lang="en-US" altLang="ko-KR" sz="2800" spc="-150" dirty="0"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Monotype Sorts"/>
              </a:rPr>
              <a:t>1. </a:t>
            </a:r>
            <a:r>
              <a:rPr lang="ko-KR" altLang="en-US" sz="2800" spc="-150" dirty="0"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Monotype Sorts"/>
              </a:rPr>
              <a:t>기존</a:t>
            </a:r>
            <a:r>
              <a:rPr lang="en-US" altLang="ko-KR" sz="2800" spc="-150" dirty="0"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Monotype Sorts"/>
              </a:rPr>
              <a:t> </a:t>
            </a:r>
            <a:r>
              <a:rPr lang="ko-KR" altLang="en-US" sz="2800" spc="-150" dirty="0"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Monotype Sorts"/>
              </a:rPr>
              <a:t>성과</a:t>
            </a:r>
            <a:r>
              <a:rPr lang="en-US" altLang="ko-KR" sz="2800" spc="-150" dirty="0"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Monotype Sorts"/>
              </a:rPr>
              <a:t> </a:t>
            </a:r>
            <a:r>
              <a:rPr lang="ko-KR" altLang="en-US" sz="2800" spc="-150" dirty="0"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Monotype Sorts"/>
              </a:rPr>
              <a:t>기반</a:t>
            </a:r>
            <a:r>
              <a:rPr lang="en-US" altLang="ko-KR" sz="2800" spc="-150" dirty="0"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Monotype Sorts"/>
              </a:rPr>
              <a:t> ’25</a:t>
            </a:r>
            <a:r>
              <a:rPr lang="ko-KR" altLang="en-US" sz="2800" spc="-150" dirty="0"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Monotype Sorts"/>
              </a:rPr>
              <a:t>년</a:t>
            </a:r>
            <a:r>
              <a:rPr lang="en-US" altLang="ko-KR" sz="2800" spc="-150" dirty="0"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Monotype Sorts"/>
              </a:rPr>
              <a:t> </a:t>
            </a:r>
            <a:r>
              <a:rPr lang="ko-KR" altLang="en-US" sz="2800" spc="-150" dirty="0"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Monotype Sorts"/>
              </a:rPr>
              <a:t>지자기모델</a:t>
            </a:r>
            <a:r>
              <a:rPr lang="en-US" altLang="ko-KR" sz="2800" spc="-150" dirty="0"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Monotype Sorts"/>
              </a:rPr>
              <a:t> </a:t>
            </a:r>
            <a:r>
              <a:rPr lang="ko-KR" altLang="en-US" sz="2800" spc="-150" dirty="0"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Monotype Sorts"/>
              </a:rPr>
              <a:t>시범</a:t>
            </a:r>
            <a:r>
              <a:rPr lang="en-US" altLang="ko-KR" sz="2800" spc="-150" dirty="0"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Monotype Sorts"/>
              </a:rPr>
              <a:t> </a:t>
            </a:r>
            <a:r>
              <a:rPr lang="ko-KR" altLang="en-US" sz="2800" spc="-150" dirty="0"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Monotype Sorts"/>
              </a:rPr>
              <a:t>구축</a:t>
            </a:r>
          </a:p>
        </p:txBody>
      </p:sp>
      <p:pic>
        <p:nvPicPr>
          <p:cNvPr id="26" name="그림 25">
            <a:extLst>
              <a:ext uri="{FF2B5EF4-FFF2-40B4-BE49-F238E27FC236}">
                <a16:creationId xmlns:a16="http://schemas.microsoft.com/office/drawing/2014/main" id="{15DF71A1-B3EA-C8D9-7F19-979489CDA75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grayscl/>
            <a:lum bright="-40000" contrast="-40000"/>
          </a:blip>
          <a:stretch>
            <a:fillRect/>
          </a:stretch>
        </p:blipFill>
        <p:spPr>
          <a:xfrm>
            <a:off x="473403" y="1236838"/>
            <a:ext cx="432048" cy="417271"/>
          </a:xfrm>
          <a:prstGeom prst="rect">
            <a:avLst/>
          </a:prstGeom>
        </p:spPr>
      </p:pic>
      <p:sp>
        <p:nvSpPr>
          <p:cNvPr id="30" name="Rectangle 29"/>
          <p:cNvSpPr/>
          <p:nvPr/>
        </p:nvSpPr>
        <p:spPr>
          <a:xfrm>
            <a:off x="411480" y="1828800"/>
            <a:ext cx="9079992" cy="603504"/>
          </a:xfrm>
          <a:prstGeom prst="rect">
            <a:avLst/>
          </a:prstGeom>
          <a:solidFill>
            <a:srgbClr val="FDEA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39496" y="1883664"/>
            <a:ext cx="8823960" cy="201168"/>
          </a:xfrm>
          <a:prstGeom prst="rect">
            <a:avLst/>
          </a:prstGeom>
          <a:noFill/>
        </p:spPr>
        <p:txBody>
          <a:bodyPr wrap="square" lIns="18000" rIns="1800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595959"/>
                </a:solidFill>
                <a:latin typeface="KoPub돋움체 Medium"/>
              </a:rPr>
              <a:t>LMM 모델 개발에 필요한 4축 자료 / 이번 개발의 항공자력 포함 여부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9496" y="2084832"/>
            <a:ext cx="8823960" cy="347472"/>
          </a:xfrm>
          <a:prstGeom prst="rect">
            <a:avLst/>
          </a:prstGeom>
          <a:noFill/>
        </p:spPr>
        <p:txBody>
          <a:bodyPr wrap="square" lIns="18000" rIns="1800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A1A1A"/>
                </a:solidFill>
                <a:latin typeface="KoPub돋움체 Bold"/>
              </a:rPr>
              <a:t>항공자력을 포함해 4축을 구성 — 남은 제약은 해상도와 측점 수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11480" y="2523744"/>
            <a:ext cx="9079992" cy="274320"/>
          </a:xfrm>
          <a:prstGeom prst="rect">
            <a:avLst/>
          </a:prstGeom>
          <a:noFill/>
        </p:spPr>
        <p:txBody>
          <a:bodyPr wrap="square" lIns="18000" rIns="1800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2F5497"/>
                </a:solidFill>
                <a:latin typeface="KoPub돋움체 Bold"/>
              </a:rPr>
              <a:t>B_LMM  =  ① Core(IGRF)  +  ② Regional(지역)  +  ③ Crustal(지각)  +  ④ External(외부장)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11480" y="2834640"/>
            <a:ext cx="9079992" cy="310896"/>
          </a:xfrm>
          <a:prstGeom prst="rect">
            <a:avLst/>
          </a:prstGeom>
          <a:solidFill>
            <a:srgbClr val="2F54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2920" y="2852928"/>
            <a:ext cx="870783" cy="310896"/>
          </a:xfrm>
          <a:prstGeom prst="rect">
            <a:avLst/>
          </a:prstGeom>
          <a:noFill/>
        </p:spPr>
        <p:txBody>
          <a:bodyPr wrap="square" lIns="18000" rIns="1800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>
                <a:solidFill>
                  <a:srgbClr val="FFFFFF"/>
                </a:solidFill>
                <a:latin typeface="KoPub돋움체 Bold"/>
              </a:rPr>
              <a:t>축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501719" y="2852928"/>
            <a:ext cx="1687982" cy="310896"/>
          </a:xfrm>
          <a:prstGeom prst="rect">
            <a:avLst/>
          </a:prstGeom>
          <a:noFill/>
        </p:spPr>
        <p:txBody>
          <a:bodyPr wrap="square" lIns="18000" rIns="1800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>
                <a:solidFill>
                  <a:srgbClr val="FFFFFF"/>
                </a:solidFill>
                <a:latin typeface="KoPub돋움체 Bold"/>
              </a:rPr>
              <a:t>자료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17717" y="2852928"/>
            <a:ext cx="3685580" cy="310896"/>
          </a:xfrm>
          <a:prstGeom prst="rect">
            <a:avLst/>
          </a:prstGeom>
          <a:noFill/>
        </p:spPr>
        <p:txBody>
          <a:bodyPr wrap="square" lIns="18000" rIns="1800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>
                <a:solidFill>
                  <a:srgbClr val="FFFFFF"/>
                </a:solidFill>
                <a:latin typeface="KoPub돋움체 Bold"/>
              </a:rPr>
              <a:t>이번 개발 반영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131314" y="2852928"/>
            <a:ext cx="2323581" cy="310896"/>
          </a:xfrm>
          <a:prstGeom prst="rect">
            <a:avLst/>
          </a:prstGeom>
          <a:noFill/>
        </p:spPr>
        <p:txBody>
          <a:bodyPr wrap="square" lIns="18000" rIns="1800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>
                <a:solidFill>
                  <a:srgbClr val="FFFFFF"/>
                </a:solidFill>
                <a:latin typeface="KoPub돋움체 Bold"/>
              </a:rPr>
              <a:t>한계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11480" y="3145536"/>
            <a:ext cx="9079992" cy="402336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02920" y="3172968"/>
            <a:ext cx="870783" cy="402336"/>
          </a:xfrm>
          <a:prstGeom prst="rect">
            <a:avLst/>
          </a:prstGeom>
          <a:noFill/>
        </p:spPr>
        <p:txBody>
          <a:bodyPr wrap="square" lIns="18000" rIns="1800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>
                <a:solidFill>
                  <a:srgbClr val="1A1A1A"/>
                </a:solidFill>
                <a:latin typeface="KoPub돋움체 Bold"/>
              </a:rPr>
              <a:t>① Core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501719" y="3172968"/>
            <a:ext cx="1687982" cy="402336"/>
          </a:xfrm>
          <a:prstGeom prst="rect">
            <a:avLst/>
          </a:prstGeom>
          <a:noFill/>
        </p:spPr>
        <p:txBody>
          <a:bodyPr wrap="square" lIns="18000" rIns="1800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1A1A1A"/>
                </a:solidFill>
                <a:latin typeface="KoPub돋움체 Medium"/>
              </a:rPr>
              <a:t>IGRF-14 (13차)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317717" y="3172968"/>
            <a:ext cx="3685580" cy="402336"/>
          </a:xfrm>
          <a:prstGeom prst="rect">
            <a:avLst/>
          </a:prstGeom>
          <a:noFill/>
        </p:spPr>
        <p:txBody>
          <a:bodyPr wrap="square" lIns="18000" rIns="1800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1A1A1A"/>
                </a:solidFill>
                <a:latin typeface="KoPub돋움체 Medium"/>
              </a:rPr>
              <a:t>반영 — 재현성 검증 통과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131314" y="3172968"/>
            <a:ext cx="2323581" cy="402336"/>
          </a:xfrm>
          <a:prstGeom prst="rect">
            <a:avLst/>
          </a:prstGeom>
          <a:noFill/>
        </p:spPr>
        <p:txBody>
          <a:bodyPr wrap="square" lIns="18000" rIns="1800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1A1A1A"/>
                </a:solidFill>
                <a:latin typeface="KoPub돋움체 Medium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02920" y="3575303"/>
            <a:ext cx="870783" cy="402336"/>
          </a:xfrm>
          <a:prstGeom prst="rect">
            <a:avLst/>
          </a:prstGeom>
          <a:noFill/>
        </p:spPr>
        <p:txBody>
          <a:bodyPr wrap="square" lIns="18000" rIns="1800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>
                <a:solidFill>
                  <a:srgbClr val="1A1A1A"/>
                </a:solidFill>
                <a:latin typeface="KoPub돋움체 Bold"/>
              </a:rPr>
              <a:t>② Regional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501719" y="3575303"/>
            <a:ext cx="1687982" cy="402336"/>
          </a:xfrm>
          <a:prstGeom prst="rect">
            <a:avLst/>
          </a:prstGeom>
          <a:noFill/>
        </p:spPr>
        <p:txBody>
          <a:bodyPr wrap="square" lIns="18000" rIns="1800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1A1A1A"/>
                </a:solidFill>
                <a:latin typeface="KoPub돋움체 Medium"/>
              </a:rPr>
              <a:t>지표 절대측정 16점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317717" y="3575303"/>
            <a:ext cx="3685580" cy="402336"/>
          </a:xfrm>
          <a:prstGeom prst="rect">
            <a:avLst/>
          </a:prstGeom>
          <a:noFill/>
        </p:spPr>
        <p:txBody>
          <a:bodyPr wrap="square" lIns="18000" rIns="1800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1A1A1A"/>
                </a:solidFill>
                <a:latin typeface="KoPub돋움체 Medium"/>
              </a:rPr>
              <a:t>반영 — 1차 다항식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131314" y="3575303"/>
            <a:ext cx="2323581" cy="402336"/>
          </a:xfrm>
          <a:prstGeom prst="rect">
            <a:avLst/>
          </a:prstGeom>
          <a:noFill/>
        </p:spPr>
        <p:txBody>
          <a:bodyPr wrap="square" lIns="18000" rIns="1800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1A1A1A"/>
                </a:solidFill>
                <a:latin typeface="KoPub돋움체 Medium"/>
              </a:rPr>
              <a:t>권고 30점 대비 미달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11480" y="3950208"/>
            <a:ext cx="9079992" cy="402336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02920" y="3977640"/>
            <a:ext cx="870783" cy="402336"/>
          </a:xfrm>
          <a:prstGeom prst="rect">
            <a:avLst/>
          </a:prstGeom>
          <a:noFill/>
        </p:spPr>
        <p:txBody>
          <a:bodyPr wrap="square" lIns="18000" rIns="1800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>
                <a:solidFill>
                  <a:srgbClr val="1A1A1A"/>
                </a:solidFill>
                <a:latin typeface="KoPub돋움체 Bold"/>
              </a:rPr>
              <a:t>③ Crustal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501719" y="3977640"/>
            <a:ext cx="1687982" cy="402336"/>
          </a:xfrm>
          <a:prstGeom prst="rect">
            <a:avLst/>
          </a:prstGeom>
          <a:noFill/>
        </p:spPr>
        <p:txBody>
          <a:bodyPr wrap="square" lIns="18000" rIns="1800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1A1A1A"/>
                </a:solidFill>
                <a:latin typeface="KoPub돋움체 Medium"/>
              </a:rPr>
              <a:t>항공자력 2.8 km 격자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17717" y="3977640"/>
            <a:ext cx="3685580" cy="402336"/>
          </a:xfrm>
          <a:prstGeom prst="rect">
            <a:avLst/>
          </a:prstGeom>
          <a:noFill/>
        </p:spPr>
        <p:txBody>
          <a:bodyPr wrap="square" lIns="18000" rIns="1800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1A1A1A"/>
                </a:solidFill>
                <a:latin typeface="KoPub돋움체 Medium"/>
              </a:rPr>
              <a:t>반영 — 총자력에 1:1 결합(결합계수 검정 후 α=1 채택)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131314" y="3977640"/>
            <a:ext cx="2323581" cy="402336"/>
          </a:xfrm>
          <a:prstGeom prst="rect">
            <a:avLst/>
          </a:prstGeom>
          <a:noFill/>
        </p:spPr>
        <p:txBody>
          <a:bodyPr wrap="square" lIns="18000" rIns="1800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C00000"/>
                </a:solidFill>
                <a:latin typeface="KoPub돋움체 Medium"/>
              </a:rPr>
              <a:t>원측선 부재로 해상도 상한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02920" y="4379976"/>
            <a:ext cx="870783" cy="402336"/>
          </a:xfrm>
          <a:prstGeom prst="rect">
            <a:avLst/>
          </a:prstGeom>
          <a:noFill/>
        </p:spPr>
        <p:txBody>
          <a:bodyPr wrap="square" lIns="18000" rIns="1800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>
                <a:solidFill>
                  <a:srgbClr val="1A1A1A"/>
                </a:solidFill>
                <a:latin typeface="KoPub돋움체 Bold"/>
              </a:rPr>
              <a:t>④ External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501719" y="4379976"/>
            <a:ext cx="1687982" cy="402336"/>
          </a:xfrm>
          <a:prstGeom prst="rect">
            <a:avLst/>
          </a:prstGeom>
          <a:noFill/>
        </p:spPr>
        <p:txBody>
          <a:bodyPr wrap="square" lIns="18000" rIns="1800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1A1A1A"/>
                </a:solidFill>
                <a:latin typeface="KoPub돋움체 Medium"/>
              </a:rPr>
              <a:t>상시관측 4개소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317717" y="4379976"/>
            <a:ext cx="3685580" cy="402336"/>
          </a:xfrm>
          <a:prstGeom prst="rect">
            <a:avLst/>
          </a:prstGeom>
          <a:noFill/>
        </p:spPr>
        <p:txBody>
          <a:bodyPr wrap="square" lIns="18000" rIns="1800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1A1A1A"/>
                </a:solidFill>
                <a:latin typeface="KoPub돋움체 Medium"/>
              </a:rPr>
              <a:t>보정량 산출 178세션 — 모델 반영은 보류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131314" y="4379976"/>
            <a:ext cx="2323581" cy="402336"/>
          </a:xfrm>
          <a:prstGeom prst="rect">
            <a:avLst/>
          </a:prstGeom>
          <a:noFill/>
        </p:spPr>
        <p:txBody>
          <a:bodyPr wrap="square" lIns="18000" rIns="1800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1A1A1A"/>
                </a:solidFill>
                <a:latin typeface="KoPub돋움체 Medium"/>
              </a:rPr>
              <a:t>표본 부족으로 효과 미확인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11480" y="2834640"/>
            <a:ext cx="9079992" cy="1920240"/>
          </a:xfrm>
          <a:prstGeom prst="rect">
            <a:avLst/>
          </a:prstGeom>
          <a:noFill/>
          <a:ln w="9525">
            <a:solidFill>
              <a:srgbClr val="BFCB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411480" y="4956048"/>
            <a:ext cx="4430268" cy="1133856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1F6B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576072" y="4818888"/>
            <a:ext cx="2286000" cy="274320"/>
          </a:xfrm>
          <a:prstGeom prst="roundRect">
            <a:avLst>
              <a:gd name="adj" fmla="val 14000"/>
            </a:avLst>
          </a:prstGeom>
          <a:solidFill>
            <a:srgbClr val="1F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76072" y="4837176"/>
            <a:ext cx="2286000" cy="274320"/>
          </a:xfrm>
          <a:prstGeom prst="rect">
            <a:avLst/>
          </a:prstGeom>
          <a:noFill/>
        </p:spPr>
        <p:txBody>
          <a:bodyPr wrap="square" lIns="18000" rIns="1800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KoPub돋움체 Bold"/>
              </a:rPr>
              <a:t>항공자력 포함(4축)의 효과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30936" y="5266944"/>
            <a:ext cx="3991356" cy="786384"/>
          </a:xfrm>
          <a:prstGeom prst="rect">
            <a:avLst/>
          </a:prstGeom>
          <a:noFill/>
        </p:spPr>
        <p:txBody>
          <a:bodyPr wrap="square" lIns="18000" rIns="1800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0">
                <a:solidFill>
                  <a:srgbClr val="1A1A1A"/>
                </a:solidFill>
                <a:latin typeface="KoPub돋움체 Medium"/>
              </a:rPr>
              <a:t>· 총자력 교차검증 오차 72.3 → 63.0 nT (지각 미사용 대비)</a:t>
            </a:r>
          </a:p>
          <a:p>
            <a:pPr algn="l">
              <a:lnSpc>
                <a:spcPct val="132000"/>
              </a:lnSpc>
            </a:pPr>
            <a:r>
              <a:rPr sz="1050" b="0">
                <a:solidFill>
                  <a:srgbClr val="1A1A1A"/>
                </a:solidFill>
                <a:latin typeface="KoPub돋움체 Medium"/>
              </a:rPr>
              <a:t>· 결합계수를 추정하면 α=0.67 이나 교차검증은 67.0 nT 로 악화</a:t>
            </a:r>
          </a:p>
          <a:p>
            <a:pPr algn="l">
              <a:lnSpc>
                <a:spcPct val="132000"/>
              </a:lnSpc>
            </a:pPr>
            <a:r>
              <a:rPr sz="1050" b="0">
                <a:solidFill>
                  <a:srgbClr val="1A1A1A"/>
                </a:solidFill>
                <a:latin typeface="KoPub돋움체 Medium"/>
              </a:rPr>
              <a:t>  → α=1 유지. 「α=1 을 진리로 두지 말라」는 지적을 검정으로 확인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5061204" y="4956048"/>
            <a:ext cx="4430268" cy="1133856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5225796" y="4818888"/>
            <a:ext cx="2286000" cy="274320"/>
          </a:xfrm>
          <a:prstGeom prst="roundRect">
            <a:avLst>
              <a:gd name="adj" fmla="val 14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225796" y="4837176"/>
            <a:ext cx="2286000" cy="274320"/>
          </a:xfrm>
          <a:prstGeom prst="rect">
            <a:avLst/>
          </a:prstGeom>
          <a:noFill/>
        </p:spPr>
        <p:txBody>
          <a:bodyPr wrap="square" lIns="18000" rIns="1800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KoPub돋움체 Bold"/>
              </a:rPr>
              <a:t>3축 수준에 머무르는 제약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280660" y="5266944"/>
            <a:ext cx="3991356" cy="786384"/>
          </a:xfrm>
          <a:prstGeom prst="rect">
            <a:avLst/>
          </a:prstGeom>
          <a:noFill/>
        </p:spPr>
        <p:txBody>
          <a:bodyPr wrap="square" lIns="18000" rIns="1800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0">
                <a:solidFill>
                  <a:srgbClr val="1A1A1A"/>
                </a:solidFill>
                <a:latin typeface="KoPub돋움체 Medium"/>
              </a:rPr>
              <a:t>· 원측선(측선 100~250 m) 자료가 존재하지 않음</a:t>
            </a:r>
          </a:p>
          <a:p>
            <a:pPr algn="l">
              <a:lnSpc>
                <a:spcPct val="132000"/>
              </a:lnSpc>
            </a:pPr>
            <a:r>
              <a:rPr sz="1050" b="0">
                <a:solidFill>
                  <a:srgbClr val="1A1A1A"/>
                </a:solidFill>
                <a:latin typeface="KoPub돋움체 Medium"/>
              </a:rPr>
              <a:t>· 공개 격자 2.8 km 는 단파장을 평활 — 진폭 약 1.6배 부족</a:t>
            </a:r>
          </a:p>
          <a:p>
            <a:pPr algn="l">
              <a:lnSpc>
                <a:spcPct val="132000"/>
              </a:lnSpc>
            </a:pPr>
            <a:r>
              <a:rPr sz="1050" b="0">
                <a:solidFill>
                  <a:srgbClr val="1A1A1A"/>
                </a:solidFill>
                <a:latin typeface="KoPub돋움체 Medium"/>
              </a:rPr>
              <a:t>· 해상도 개선은 신규 자력측량 여부에 좌우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11480" y="6199632"/>
            <a:ext cx="9079992" cy="274320"/>
          </a:xfrm>
          <a:prstGeom prst="rect">
            <a:avLst/>
          </a:prstGeom>
          <a:noFill/>
        </p:spPr>
        <p:txBody>
          <a:bodyPr wrap="square" lIns="18000" rIns="1800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595959"/>
                </a:solidFill>
                <a:latin typeface="KoPub돋움체 Medium"/>
              </a:rPr>
              <a:t>※ 스칼라 총자력 이상은 이상벡터를 주자기장 방향으로 투영한 값이므로, 파수영역 역산으로 3성분을 복원하여 편각·복각에 반영함</a:t>
            </a:r>
          </a:p>
        </p:txBody>
      </p:sp>
    </p:spTree>
    <p:extLst>
      <p:ext uri="{BB962C8B-B14F-4D97-AF65-F5344CB8AC3E}">
        <p14:creationId xmlns:p14="http://schemas.microsoft.com/office/powerpoint/2010/main" val="315051626"/>
      </p:ext>
    </p:extLst>
  </p:cSld>
  <p:clrMapOvr>
    <a:masterClrMapping/>
  </p:clrMapOvr>
  <p:transition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직사각형 22"/>
          <p:cNvSpPr/>
          <p:nvPr/>
        </p:nvSpPr>
        <p:spPr>
          <a:xfrm>
            <a:off x="0" y="-1"/>
            <a:ext cx="9906000" cy="6858001"/>
          </a:xfrm>
          <a:prstGeom prst="rect">
            <a:avLst/>
          </a:prstGeom>
          <a:solidFill>
            <a:srgbClr val="2F559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endParaRPr lang="ko-KR" altLang="en-US" sz="1400" dirty="0"/>
          </a:p>
        </p:txBody>
      </p:sp>
      <p:pic>
        <p:nvPicPr>
          <p:cNvPr id="21" name="그림 2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48945" y="1744827"/>
            <a:ext cx="5144894" cy="5144894"/>
          </a:xfrm>
          <a:prstGeom prst="rect">
            <a:avLst/>
          </a:prstGeom>
        </p:spPr>
      </p:pic>
      <p:grpSp>
        <p:nvGrpSpPr>
          <p:cNvPr id="31" name="그룹 30"/>
          <p:cNvGrpSpPr/>
          <p:nvPr/>
        </p:nvGrpSpPr>
        <p:grpSpPr>
          <a:xfrm>
            <a:off x="1279798" y="1881875"/>
            <a:ext cx="2664296" cy="3779371"/>
            <a:chOff x="271685" y="251915"/>
            <a:chExt cx="1453411" cy="2061700"/>
          </a:xfrm>
        </p:grpSpPr>
        <p:sp>
          <p:nvSpPr>
            <p:cNvPr id="32" name="액자 31"/>
            <p:cNvSpPr/>
            <p:nvPr/>
          </p:nvSpPr>
          <p:spPr>
            <a:xfrm>
              <a:off x="271685" y="251915"/>
              <a:ext cx="1453411" cy="2061700"/>
            </a:xfrm>
            <a:prstGeom prst="frame">
              <a:avLst>
                <a:gd name="adj1" fmla="val 6601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grpSp>
          <p:nvGrpSpPr>
            <p:cNvPr id="33" name="그룹 32"/>
            <p:cNvGrpSpPr/>
            <p:nvPr/>
          </p:nvGrpSpPr>
          <p:grpSpPr>
            <a:xfrm>
              <a:off x="373958" y="388829"/>
              <a:ext cx="1248865" cy="957009"/>
              <a:chOff x="133026" y="1199392"/>
              <a:chExt cx="1248865" cy="957009"/>
            </a:xfrm>
          </p:grpSpPr>
          <p:sp>
            <p:nvSpPr>
              <p:cNvPr id="34" name="TextBox 33"/>
              <p:cNvSpPr txBox="1"/>
              <p:nvPr/>
            </p:nvSpPr>
            <p:spPr>
              <a:xfrm>
                <a:off x="133026" y="1767193"/>
                <a:ext cx="1248865" cy="35258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  <a:scene3d>
                  <a:camera prst="orthographicFront"/>
                  <a:lightRig rig="threePt" dir="t"/>
                </a:scene3d>
                <a:sp3d>
                  <a:bevelT w="0" h="38100"/>
                </a:sp3d>
              </a:bodyPr>
              <a:lstStyle/>
              <a:p>
                <a:pPr fontAlgn="ctr" latinLnBrk="0">
                  <a:spcBef>
                    <a:spcPts val="0"/>
                  </a:spcBef>
                  <a:spcAft>
                    <a:spcPts val="0"/>
                  </a:spcAft>
                  <a:buClr>
                    <a:schemeClr val="tx1">
                      <a:lumMod val="75000"/>
                      <a:lumOff val="25000"/>
                    </a:schemeClr>
                  </a:buClr>
                  <a:defRPr/>
                </a:pPr>
                <a:r>
                  <a:rPr lang="ko-KR" altLang="en-US" sz="3600" kern="0" spc="-100" dirty="0">
                    <a:ln>
                      <a:solidFill>
                        <a:srgbClr val="5B9BD5">
                          <a:alpha val="0"/>
                        </a:srgbClr>
                      </a:solidFill>
                    </a:ln>
                    <a:solidFill>
                      <a:sysClr val="window" lastClr="FFFFFF"/>
                    </a:solidFill>
                    <a:latin typeface="KoPub돋움체 Bold"/>
                    <a:ea typeface="KoPub돋움체 Bold"/>
                  </a:rPr>
                  <a:t>추진 계획</a:t>
                </a:r>
                <a:endParaRPr lang="ko-KR" altLang="en-US" sz="3600" spc="-149" dirty="0">
                  <a:solidFill>
                    <a:schemeClr val="bg1"/>
                  </a:solidFill>
                  <a:latin typeface="KoPub돋움체 Bold" panose="02020603020101020101" pitchFamily="18" charset="-127"/>
                  <a:ea typeface="KoPub돋움체 Bold" panose="02020603020101020101" pitchFamily="18" charset="-127"/>
                </a:endParaRPr>
              </a:p>
            </p:txBody>
          </p:sp>
          <p:sp>
            <p:nvSpPr>
              <p:cNvPr id="35" name="TextBox 34"/>
              <p:cNvSpPr txBox="1"/>
              <p:nvPr/>
            </p:nvSpPr>
            <p:spPr>
              <a:xfrm>
                <a:off x="526958" y="1199392"/>
                <a:ext cx="509997" cy="95700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  <a:scene3d>
                  <a:camera prst="orthographicFront"/>
                  <a:lightRig rig="threePt" dir="t"/>
                </a:scene3d>
                <a:sp3d>
                  <a:bevelT w="0" h="38100"/>
                </a:sp3d>
              </a:bodyPr>
              <a:lstStyle/>
              <a:p>
                <a:pPr>
                  <a:spcBef>
                    <a:spcPts val="19"/>
                  </a:spcBef>
                </a:pPr>
                <a:r>
                  <a:rPr lang="en-US" altLang="ko-KR" sz="5400" spc="-149" dirty="0">
                    <a:solidFill>
                      <a:schemeClr val="bg1"/>
                    </a:solidFill>
                    <a:latin typeface="KoPub바탕체 Bold" panose="02020603020101020101" pitchFamily="18" charset="-127"/>
                    <a:ea typeface="KoPub바탕체 Bold" panose="02020603020101020101" pitchFamily="18" charset="-127"/>
                  </a:rPr>
                  <a:t>Ⅲ</a:t>
                </a:r>
              </a:p>
              <a:p>
                <a:pPr>
                  <a:spcBef>
                    <a:spcPts val="19"/>
                  </a:spcBef>
                </a:pPr>
                <a:endParaRPr lang="ko-KR" altLang="en-US" sz="5400" spc="-149" dirty="0">
                  <a:solidFill>
                    <a:schemeClr val="bg1"/>
                  </a:solidFill>
                  <a:latin typeface="KoPub바탕체 Bold" panose="02020603020101020101" pitchFamily="18" charset="-127"/>
                  <a:ea typeface="KoPub바탕체 Bold" panose="02020603020101020101" pitchFamily="18" charset="-127"/>
                </a:endParaRPr>
              </a:p>
            </p:txBody>
          </p:sp>
          <p:cxnSp>
            <p:nvCxnSpPr>
              <p:cNvPr id="36" name="직선 연결선 35"/>
              <p:cNvCxnSpPr/>
              <p:nvPr/>
            </p:nvCxnSpPr>
            <p:spPr>
              <a:xfrm>
                <a:off x="633975" y="1694311"/>
                <a:ext cx="300249" cy="0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D72DD84C-63A5-4C1B-940D-DD0700290F8B}"/>
              </a:ext>
            </a:extLst>
          </p:cNvPr>
          <p:cNvSpPr/>
          <p:nvPr/>
        </p:nvSpPr>
        <p:spPr>
          <a:xfrm>
            <a:off x="1152196" y="1433560"/>
            <a:ext cx="2905969" cy="276999"/>
          </a:xfrm>
          <a:prstGeom prst="rect">
            <a:avLst/>
          </a:prstGeom>
        </p:spPr>
        <p:txBody>
          <a:bodyPr wrap="square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marL="0" lvl="1" indent="-85725" latinLnBrk="0">
              <a:spcBef>
                <a:spcPct val="0"/>
              </a:spcBef>
              <a:buClr>
                <a:srgbClr val="008400"/>
              </a:buClr>
              <a:buSzPct val="140000"/>
              <a:tabLst>
                <a:tab pos="5645238" algn="l"/>
              </a:tabLst>
              <a:defRPr/>
            </a:pPr>
            <a:r>
              <a:rPr lang="ko-KR" altLang="en-US" sz="1200" spc="-149">
                <a:solidFill>
                  <a:schemeClr val="bg1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국가기준점 지자기측량 발전방안 연구</a:t>
            </a:r>
            <a:endParaRPr lang="ko-KR" altLang="en-US" sz="1200" spc="-149">
              <a:solidFill>
                <a:schemeClr val="bg1"/>
              </a:solidFill>
              <a:latin typeface="KoPub돋움체 Medium" panose="02020603020101020101" pitchFamily="18" charset="-127"/>
              <a:ea typeface="KoPub돋움체 Medium" panose="02020603020101020101" pitchFamily="18" charset="-127"/>
              <a:sym typeface="Monotype Sorts"/>
            </a:endParaRPr>
          </a:p>
        </p:txBody>
      </p:sp>
    </p:spTree>
    <p:extLst>
      <p:ext uri="{BB962C8B-B14F-4D97-AF65-F5344CB8AC3E}">
        <p14:creationId xmlns:p14="http://schemas.microsoft.com/office/powerpoint/2010/main" val="19914143"/>
      </p:ext>
    </p:extLst>
  </p:cSld>
  <p:clrMapOvr>
    <a:masterClrMapping/>
  </p:clrMapOvr>
  <p:transition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6" name="표 7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19446470"/>
              </p:ext>
            </p:extLst>
          </p:nvPr>
        </p:nvGraphicFramePr>
        <p:xfrm>
          <a:off x="4243039" y="1114337"/>
          <a:ext cx="5469685" cy="5266991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31706">
                  <a:extLst>
                    <a:ext uri="{9D8B030D-6E8A-4147-A177-3AD203B41FA5}">
                      <a16:colId xmlns:a16="http://schemas.microsoft.com/office/drawing/2014/main" val="1994770068"/>
                    </a:ext>
                  </a:extLst>
                </a:gridCol>
                <a:gridCol w="531706">
                  <a:extLst>
                    <a:ext uri="{9D8B030D-6E8A-4147-A177-3AD203B41FA5}">
                      <a16:colId xmlns:a16="http://schemas.microsoft.com/office/drawing/2014/main" val="3274784909"/>
                    </a:ext>
                  </a:extLst>
                </a:gridCol>
                <a:gridCol w="531706">
                  <a:extLst>
                    <a:ext uri="{9D8B030D-6E8A-4147-A177-3AD203B41FA5}">
                      <a16:colId xmlns:a16="http://schemas.microsoft.com/office/drawing/2014/main" val="1271136756"/>
                    </a:ext>
                  </a:extLst>
                </a:gridCol>
                <a:gridCol w="531706">
                  <a:extLst>
                    <a:ext uri="{9D8B030D-6E8A-4147-A177-3AD203B41FA5}">
                      <a16:colId xmlns:a16="http://schemas.microsoft.com/office/drawing/2014/main" val="1454480508"/>
                    </a:ext>
                  </a:extLst>
                </a:gridCol>
                <a:gridCol w="531706">
                  <a:extLst>
                    <a:ext uri="{9D8B030D-6E8A-4147-A177-3AD203B41FA5}">
                      <a16:colId xmlns:a16="http://schemas.microsoft.com/office/drawing/2014/main" val="2242417261"/>
                    </a:ext>
                  </a:extLst>
                </a:gridCol>
                <a:gridCol w="531706">
                  <a:extLst>
                    <a:ext uri="{9D8B030D-6E8A-4147-A177-3AD203B41FA5}">
                      <a16:colId xmlns:a16="http://schemas.microsoft.com/office/drawing/2014/main" val="3502918187"/>
                    </a:ext>
                  </a:extLst>
                </a:gridCol>
                <a:gridCol w="531706">
                  <a:extLst>
                    <a:ext uri="{9D8B030D-6E8A-4147-A177-3AD203B41FA5}">
                      <a16:colId xmlns:a16="http://schemas.microsoft.com/office/drawing/2014/main" val="4098523856"/>
                    </a:ext>
                  </a:extLst>
                </a:gridCol>
                <a:gridCol w="531706">
                  <a:extLst>
                    <a:ext uri="{9D8B030D-6E8A-4147-A177-3AD203B41FA5}">
                      <a16:colId xmlns:a16="http://schemas.microsoft.com/office/drawing/2014/main" val="2850868419"/>
                    </a:ext>
                  </a:extLst>
                </a:gridCol>
                <a:gridCol w="531706">
                  <a:extLst>
                    <a:ext uri="{9D8B030D-6E8A-4147-A177-3AD203B41FA5}">
                      <a16:colId xmlns:a16="http://schemas.microsoft.com/office/drawing/2014/main" val="3764755481"/>
                    </a:ext>
                  </a:extLst>
                </a:gridCol>
                <a:gridCol w="684331">
                  <a:extLst>
                    <a:ext uri="{9D8B030D-6E8A-4147-A177-3AD203B41FA5}">
                      <a16:colId xmlns:a16="http://schemas.microsoft.com/office/drawing/2014/main" val="2311316655"/>
                    </a:ext>
                  </a:extLst>
                </a:gridCol>
              </a:tblGrid>
              <a:tr h="294483">
                <a:tc gridSpan="10">
                  <a:txBody>
                    <a:bodyPr/>
                    <a:lstStyle/>
                    <a:p>
                      <a:pPr marL="0" marR="0" lvl="1" indent="0" algn="ctr" defTabSz="1043056" rtl="0" eaLnBrk="1" fontAlgn="base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prstClr val="black">
                            <a:lumMod val="75000"/>
                            <a:lumOff val="25000"/>
                          </a:prstClr>
                        </a:buClr>
                        <a:buSzPct val="90000"/>
                        <a:buFont typeface="Wingdings" pitchFamily="2" charset="2"/>
                        <a:buNone/>
                        <a:tabLst>
                          <a:tab pos="5005285" algn="l"/>
                        </a:tabLst>
                        <a:defRPr/>
                      </a:pPr>
                      <a:r>
                        <a:rPr lang="en-US" altLang="ko-KR" sz="1200" b="0" kern="1200" spc="-100" baseline="0" dirty="0">
                          <a:gradFill>
                            <a:gsLst>
                              <a:gs pos="0">
                                <a:schemeClr val="tx1">
                                  <a:lumMod val="85000"/>
                                  <a:lumOff val="15000"/>
                                </a:schemeClr>
                              </a:gs>
                              <a:gs pos="100000">
                                <a:schemeClr val="tx1">
                                  <a:lumMod val="85000"/>
                                  <a:lumOff val="15000"/>
                                </a:schemeClr>
                              </a:gs>
                            </a:gsLst>
                            <a:lin ang="5400000" scaled="1"/>
                          </a:gradFill>
                          <a:latin typeface="KoPub돋움체 Bold" pitchFamily="2" charset="-127"/>
                          <a:ea typeface="KoPub돋움체 Bold" pitchFamily="2" charset="-127"/>
                          <a:cs typeface="+mn-cs"/>
                        </a:rPr>
                        <a:t>10</a:t>
                      </a:r>
                      <a:r>
                        <a:rPr lang="ko-KR" altLang="en-US" sz="1200" b="0" kern="1200" spc="-100" baseline="0" dirty="0">
                          <a:gradFill>
                            <a:gsLst>
                              <a:gs pos="0">
                                <a:schemeClr val="tx1">
                                  <a:lumMod val="85000"/>
                                  <a:lumOff val="15000"/>
                                </a:schemeClr>
                              </a:gs>
                              <a:gs pos="100000">
                                <a:schemeClr val="tx1">
                                  <a:lumMod val="85000"/>
                                  <a:lumOff val="15000"/>
                                </a:schemeClr>
                              </a:gs>
                            </a:gsLst>
                            <a:lin ang="5400000" scaled="1"/>
                          </a:gradFill>
                          <a:latin typeface="KoPub돋움체 Bold" pitchFamily="2" charset="-127"/>
                          <a:ea typeface="KoPub돋움체 Bold" pitchFamily="2" charset="-127"/>
                          <a:cs typeface="+mn-cs"/>
                        </a:rPr>
                        <a:t>개월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2F559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CE4F4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27811392"/>
                  </a:ext>
                </a:extLst>
              </a:tr>
              <a:tr h="213160">
                <a:tc>
                  <a:txBody>
                    <a:bodyPr/>
                    <a:lstStyle/>
                    <a:p>
                      <a:pPr marL="0" marR="0" lvl="1" indent="0" algn="ctr" defTabSz="1043056" rtl="0" eaLnBrk="1" fontAlgn="base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prstClr val="black">
                            <a:lumMod val="75000"/>
                            <a:lumOff val="25000"/>
                          </a:prstClr>
                        </a:buClr>
                        <a:buSzPct val="90000"/>
                        <a:buFont typeface="Wingdings" pitchFamily="2" charset="2"/>
                        <a:buNone/>
                        <a:tabLst>
                          <a:tab pos="5005285" algn="l"/>
                        </a:tabLst>
                        <a:defRPr/>
                      </a:pPr>
                      <a:r>
                        <a:rPr lang="en-US" altLang="ko-KR" sz="1200" b="0" kern="1200" spc="-100" baseline="0" dirty="0">
                          <a:gradFill>
                            <a:gsLst>
                              <a:gs pos="0">
                                <a:schemeClr val="tx1">
                                  <a:lumMod val="85000"/>
                                  <a:lumOff val="15000"/>
                                </a:schemeClr>
                              </a:gs>
                              <a:gs pos="100000">
                                <a:schemeClr val="tx1">
                                  <a:lumMod val="85000"/>
                                  <a:lumOff val="15000"/>
                                </a:schemeClr>
                              </a:gs>
                            </a:gsLst>
                            <a:lin ang="5400000" scaled="1"/>
                          </a:gradFill>
                          <a:latin typeface="KoPub돋움체 Bold" pitchFamily="2" charset="-127"/>
                          <a:ea typeface="KoPub돋움체 Bold" pitchFamily="2" charset="-127"/>
                          <a:cs typeface="+mn-cs"/>
                        </a:rPr>
                        <a:t>M</a:t>
                      </a:r>
                      <a:endParaRPr lang="ko-KR" altLang="en-US" sz="1200" b="0" kern="1200" spc="-100" baseline="0" dirty="0">
                        <a:gradFill>
                          <a:gsLst>
                            <a:gs pos="0">
                              <a:schemeClr val="tx1">
                                <a:lumMod val="85000"/>
                                <a:lumOff val="15000"/>
                              </a:schemeClr>
                            </a:gs>
                            <a:gs pos="100000">
                              <a:schemeClr val="tx1">
                                <a:lumMod val="85000"/>
                                <a:lumOff val="15000"/>
                              </a:schemeClr>
                            </a:gs>
                          </a:gsLst>
                          <a:lin ang="5400000" scaled="1"/>
                        </a:gradFill>
                        <a:latin typeface="KoPub돋움체 Bold" pitchFamily="2" charset="-127"/>
                        <a:ea typeface="KoPub돋움체 Bold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1" indent="0" algn="ctr" defTabSz="1043056" rtl="0" eaLnBrk="1" fontAlgn="base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prstClr val="black">
                            <a:lumMod val="75000"/>
                            <a:lumOff val="25000"/>
                          </a:prstClr>
                        </a:buClr>
                        <a:buSzPct val="90000"/>
                        <a:buFont typeface="Wingdings" pitchFamily="2" charset="2"/>
                        <a:buNone/>
                        <a:tabLst>
                          <a:tab pos="5005285" algn="l"/>
                        </a:tabLst>
                        <a:defRPr/>
                      </a:pPr>
                      <a:r>
                        <a:rPr lang="en-US" altLang="ko-KR" sz="1200" b="0" kern="1200" spc="-100" baseline="0" dirty="0">
                          <a:gradFill>
                            <a:gsLst>
                              <a:gs pos="0">
                                <a:schemeClr val="tx1">
                                  <a:lumMod val="85000"/>
                                  <a:lumOff val="15000"/>
                                </a:schemeClr>
                              </a:gs>
                              <a:gs pos="100000">
                                <a:schemeClr val="tx1">
                                  <a:lumMod val="85000"/>
                                  <a:lumOff val="15000"/>
                                </a:schemeClr>
                              </a:gs>
                            </a:gsLst>
                            <a:lin ang="5400000" scaled="1"/>
                          </a:gradFill>
                          <a:latin typeface="KoPub돋움체 Bold" pitchFamily="2" charset="-127"/>
                          <a:ea typeface="KoPub돋움체 Bold" pitchFamily="2" charset="-127"/>
                          <a:cs typeface="+mn-cs"/>
                        </a:rPr>
                        <a:t>M+1</a:t>
                      </a:r>
                      <a:endParaRPr lang="ko-KR" altLang="en-US" sz="1200" b="0" kern="1200" spc="-100" baseline="0" dirty="0">
                        <a:gradFill>
                          <a:gsLst>
                            <a:gs pos="0">
                              <a:schemeClr val="tx1">
                                <a:lumMod val="85000"/>
                                <a:lumOff val="15000"/>
                              </a:schemeClr>
                            </a:gs>
                            <a:gs pos="100000">
                              <a:schemeClr val="tx1">
                                <a:lumMod val="85000"/>
                                <a:lumOff val="15000"/>
                              </a:schemeClr>
                            </a:gs>
                          </a:gsLst>
                          <a:lin ang="5400000" scaled="1"/>
                        </a:gradFill>
                        <a:latin typeface="KoPub돋움체 Bold" pitchFamily="2" charset="-127"/>
                        <a:ea typeface="KoPub돋움체 Bold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1" indent="0" algn="ctr" defTabSz="1043056" rtl="0" eaLnBrk="1" fontAlgn="base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prstClr val="black">
                            <a:lumMod val="75000"/>
                            <a:lumOff val="25000"/>
                          </a:prstClr>
                        </a:buClr>
                        <a:buSzPct val="90000"/>
                        <a:buFont typeface="Wingdings" pitchFamily="2" charset="2"/>
                        <a:buNone/>
                        <a:tabLst>
                          <a:tab pos="5005285" algn="l"/>
                        </a:tabLst>
                        <a:defRPr/>
                      </a:pPr>
                      <a:r>
                        <a:rPr lang="en-US" altLang="ko-KR" sz="1200" b="0" kern="1200" spc="-100" baseline="0" dirty="0">
                          <a:gradFill>
                            <a:gsLst>
                              <a:gs pos="0">
                                <a:schemeClr val="tx1">
                                  <a:lumMod val="85000"/>
                                  <a:lumOff val="15000"/>
                                </a:schemeClr>
                              </a:gs>
                              <a:gs pos="100000">
                                <a:schemeClr val="tx1">
                                  <a:lumMod val="85000"/>
                                  <a:lumOff val="15000"/>
                                </a:schemeClr>
                              </a:gs>
                            </a:gsLst>
                            <a:lin ang="5400000" scaled="1"/>
                          </a:gradFill>
                          <a:latin typeface="KoPub돋움체 Bold" pitchFamily="2" charset="-127"/>
                          <a:ea typeface="KoPub돋움체 Bold" pitchFamily="2" charset="-127"/>
                          <a:cs typeface="+mn-cs"/>
                        </a:rPr>
                        <a:t>M+2</a:t>
                      </a:r>
                      <a:endParaRPr lang="ko-KR" altLang="en-US" sz="1200" b="0" kern="1200" spc="-100" baseline="0" dirty="0">
                        <a:gradFill>
                          <a:gsLst>
                            <a:gs pos="0">
                              <a:schemeClr val="tx1">
                                <a:lumMod val="85000"/>
                                <a:lumOff val="15000"/>
                              </a:schemeClr>
                            </a:gs>
                            <a:gs pos="100000">
                              <a:schemeClr val="tx1">
                                <a:lumMod val="85000"/>
                                <a:lumOff val="15000"/>
                              </a:schemeClr>
                            </a:gs>
                          </a:gsLst>
                          <a:lin ang="5400000" scaled="1"/>
                        </a:gradFill>
                        <a:latin typeface="KoPub돋움체 Bold" pitchFamily="2" charset="-127"/>
                        <a:ea typeface="KoPub돋움체 Bold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1" indent="0" algn="ctr" defTabSz="1043056" rtl="0" eaLnBrk="1" fontAlgn="base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prstClr val="black">
                            <a:lumMod val="75000"/>
                            <a:lumOff val="25000"/>
                          </a:prstClr>
                        </a:buClr>
                        <a:buSzPct val="90000"/>
                        <a:buFont typeface="Wingdings" pitchFamily="2" charset="2"/>
                        <a:buNone/>
                        <a:tabLst>
                          <a:tab pos="5005285" algn="l"/>
                        </a:tabLst>
                        <a:defRPr/>
                      </a:pPr>
                      <a:r>
                        <a:rPr lang="en-US" altLang="ko-KR" sz="1200" b="0" kern="1200" spc="-100" baseline="0" dirty="0">
                          <a:gradFill>
                            <a:gsLst>
                              <a:gs pos="0">
                                <a:schemeClr val="tx1">
                                  <a:lumMod val="85000"/>
                                  <a:lumOff val="15000"/>
                                </a:schemeClr>
                              </a:gs>
                              <a:gs pos="100000">
                                <a:schemeClr val="tx1">
                                  <a:lumMod val="85000"/>
                                  <a:lumOff val="15000"/>
                                </a:schemeClr>
                              </a:gs>
                            </a:gsLst>
                            <a:lin ang="5400000" scaled="1"/>
                          </a:gradFill>
                          <a:latin typeface="KoPub돋움체 Bold" pitchFamily="2" charset="-127"/>
                          <a:ea typeface="KoPub돋움체 Bold" pitchFamily="2" charset="-127"/>
                          <a:cs typeface="+mn-cs"/>
                        </a:rPr>
                        <a:t>M+3</a:t>
                      </a:r>
                      <a:endParaRPr lang="ko-KR" altLang="en-US" sz="1200" b="0" kern="1200" spc="-100" baseline="0" dirty="0">
                        <a:gradFill>
                          <a:gsLst>
                            <a:gs pos="0">
                              <a:schemeClr val="tx1">
                                <a:lumMod val="85000"/>
                                <a:lumOff val="15000"/>
                              </a:schemeClr>
                            </a:gs>
                            <a:gs pos="100000">
                              <a:schemeClr val="tx1">
                                <a:lumMod val="85000"/>
                                <a:lumOff val="15000"/>
                              </a:schemeClr>
                            </a:gs>
                          </a:gsLst>
                          <a:lin ang="5400000" scaled="1"/>
                        </a:gradFill>
                        <a:latin typeface="KoPub돋움체 Bold" pitchFamily="2" charset="-127"/>
                        <a:ea typeface="KoPub돋움체 Bold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1" indent="0" algn="ctr" defTabSz="1043056" rtl="0" eaLnBrk="1" fontAlgn="base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prstClr val="black">
                            <a:lumMod val="75000"/>
                            <a:lumOff val="25000"/>
                          </a:prstClr>
                        </a:buClr>
                        <a:buSzPct val="90000"/>
                        <a:buFont typeface="Wingdings" pitchFamily="2" charset="2"/>
                        <a:buNone/>
                        <a:tabLst>
                          <a:tab pos="5005285" algn="l"/>
                        </a:tabLst>
                        <a:defRPr/>
                      </a:pPr>
                      <a:r>
                        <a:rPr lang="en-US" altLang="ko-KR" sz="1200" b="0" kern="1200" spc="-100" baseline="0" dirty="0">
                          <a:gradFill>
                            <a:gsLst>
                              <a:gs pos="0">
                                <a:schemeClr val="tx1">
                                  <a:lumMod val="85000"/>
                                  <a:lumOff val="15000"/>
                                </a:schemeClr>
                              </a:gs>
                              <a:gs pos="100000">
                                <a:schemeClr val="tx1">
                                  <a:lumMod val="85000"/>
                                  <a:lumOff val="15000"/>
                                </a:schemeClr>
                              </a:gs>
                            </a:gsLst>
                            <a:lin ang="5400000" scaled="1"/>
                          </a:gradFill>
                          <a:latin typeface="KoPub돋움체 Bold" pitchFamily="2" charset="-127"/>
                          <a:ea typeface="KoPub돋움체 Bold" pitchFamily="2" charset="-127"/>
                          <a:cs typeface="+mn-cs"/>
                        </a:rPr>
                        <a:t>M+4</a:t>
                      </a:r>
                      <a:endParaRPr lang="ko-KR" altLang="en-US" sz="1200" b="0" kern="1200" spc="-100" baseline="0" dirty="0">
                        <a:gradFill>
                          <a:gsLst>
                            <a:gs pos="0">
                              <a:schemeClr val="tx1">
                                <a:lumMod val="85000"/>
                                <a:lumOff val="15000"/>
                              </a:schemeClr>
                            </a:gs>
                            <a:gs pos="100000">
                              <a:schemeClr val="tx1">
                                <a:lumMod val="85000"/>
                                <a:lumOff val="15000"/>
                              </a:schemeClr>
                            </a:gs>
                          </a:gsLst>
                          <a:lin ang="5400000" scaled="1"/>
                        </a:gradFill>
                        <a:latin typeface="KoPub돋움체 Bold" pitchFamily="2" charset="-127"/>
                        <a:ea typeface="KoPub돋움체 Bold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1" indent="0" algn="ctr" defTabSz="1043056" rtl="0" eaLnBrk="1" fontAlgn="base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prstClr val="black">
                            <a:lumMod val="75000"/>
                            <a:lumOff val="25000"/>
                          </a:prstClr>
                        </a:buClr>
                        <a:buSzPct val="90000"/>
                        <a:buFont typeface="Wingdings" pitchFamily="2" charset="2"/>
                        <a:buNone/>
                        <a:tabLst>
                          <a:tab pos="5005285" algn="l"/>
                        </a:tabLst>
                        <a:defRPr/>
                      </a:pPr>
                      <a:r>
                        <a:rPr lang="en-US" altLang="ko-KR" sz="1200" b="0" kern="1200" spc="-100" baseline="0" dirty="0">
                          <a:gradFill>
                            <a:gsLst>
                              <a:gs pos="0">
                                <a:schemeClr val="tx1">
                                  <a:lumMod val="85000"/>
                                  <a:lumOff val="15000"/>
                                </a:schemeClr>
                              </a:gs>
                              <a:gs pos="100000">
                                <a:schemeClr val="tx1">
                                  <a:lumMod val="85000"/>
                                  <a:lumOff val="15000"/>
                                </a:schemeClr>
                              </a:gs>
                            </a:gsLst>
                            <a:lin ang="5400000" scaled="1"/>
                          </a:gradFill>
                          <a:latin typeface="KoPub돋움체 Bold" pitchFamily="2" charset="-127"/>
                          <a:ea typeface="KoPub돋움체 Bold" pitchFamily="2" charset="-127"/>
                          <a:cs typeface="+mn-cs"/>
                        </a:rPr>
                        <a:t>M+5</a:t>
                      </a:r>
                      <a:endParaRPr lang="ko-KR" altLang="en-US" sz="1200" b="0" kern="1200" spc="-100" baseline="0" dirty="0">
                        <a:gradFill>
                          <a:gsLst>
                            <a:gs pos="0">
                              <a:schemeClr val="tx1">
                                <a:lumMod val="85000"/>
                                <a:lumOff val="15000"/>
                              </a:schemeClr>
                            </a:gs>
                            <a:gs pos="100000">
                              <a:schemeClr val="tx1">
                                <a:lumMod val="85000"/>
                                <a:lumOff val="15000"/>
                              </a:schemeClr>
                            </a:gs>
                          </a:gsLst>
                          <a:lin ang="5400000" scaled="1"/>
                        </a:gradFill>
                        <a:latin typeface="KoPub돋움체 Bold" pitchFamily="2" charset="-127"/>
                        <a:ea typeface="KoPub돋움체 Bold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1" indent="0" algn="ctr" defTabSz="1043056" rtl="0" eaLnBrk="1" fontAlgn="base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prstClr val="black">
                            <a:lumMod val="75000"/>
                            <a:lumOff val="25000"/>
                          </a:prstClr>
                        </a:buClr>
                        <a:buSzPct val="90000"/>
                        <a:buFont typeface="Wingdings" pitchFamily="2" charset="2"/>
                        <a:buNone/>
                        <a:tabLst>
                          <a:tab pos="5005285" algn="l"/>
                        </a:tabLst>
                        <a:defRPr/>
                      </a:pPr>
                      <a:r>
                        <a:rPr lang="en-US" altLang="ko-KR" sz="1200" b="0" kern="1200" spc="-100" baseline="0" dirty="0">
                          <a:gradFill>
                            <a:gsLst>
                              <a:gs pos="0">
                                <a:schemeClr val="tx1">
                                  <a:lumMod val="85000"/>
                                  <a:lumOff val="15000"/>
                                </a:schemeClr>
                              </a:gs>
                              <a:gs pos="100000">
                                <a:schemeClr val="tx1">
                                  <a:lumMod val="85000"/>
                                  <a:lumOff val="15000"/>
                                </a:schemeClr>
                              </a:gs>
                            </a:gsLst>
                            <a:lin ang="5400000" scaled="1"/>
                          </a:gradFill>
                          <a:latin typeface="KoPub돋움체 Bold" pitchFamily="2" charset="-127"/>
                          <a:ea typeface="KoPub돋움체 Bold" pitchFamily="2" charset="-127"/>
                          <a:cs typeface="+mn-cs"/>
                        </a:rPr>
                        <a:t>M+6</a:t>
                      </a:r>
                      <a:endParaRPr lang="ko-KR" altLang="en-US" sz="1200" b="0" kern="1200" spc="-100" baseline="0" dirty="0">
                        <a:gradFill>
                          <a:gsLst>
                            <a:gs pos="0">
                              <a:schemeClr val="tx1">
                                <a:lumMod val="85000"/>
                                <a:lumOff val="15000"/>
                              </a:schemeClr>
                            </a:gs>
                            <a:gs pos="100000">
                              <a:schemeClr val="tx1">
                                <a:lumMod val="85000"/>
                                <a:lumOff val="15000"/>
                              </a:schemeClr>
                            </a:gs>
                          </a:gsLst>
                          <a:lin ang="5400000" scaled="1"/>
                        </a:gradFill>
                        <a:latin typeface="KoPub돋움체 Bold" pitchFamily="2" charset="-127"/>
                        <a:ea typeface="KoPub돋움체 Bold" pitchFamily="2" charset="-127"/>
                        <a:cs typeface="+mn-cs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1" indent="0" algn="ctr" defTabSz="1043056" rtl="0" eaLnBrk="1" fontAlgn="base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prstClr val="black">
                            <a:lumMod val="75000"/>
                            <a:lumOff val="25000"/>
                          </a:prstClr>
                        </a:buClr>
                        <a:buSzPct val="90000"/>
                        <a:buFont typeface="Wingdings" pitchFamily="2" charset="2"/>
                        <a:buNone/>
                        <a:tabLst>
                          <a:tab pos="5005285" algn="l"/>
                        </a:tabLst>
                        <a:defRPr/>
                      </a:pPr>
                      <a:r>
                        <a:rPr lang="en-US" altLang="ko-KR" sz="1200" b="0" kern="1200" spc="-100" baseline="0" dirty="0">
                          <a:gradFill>
                            <a:gsLst>
                              <a:gs pos="0">
                                <a:schemeClr val="tx1">
                                  <a:lumMod val="85000"/>
                                  <a:lumOff val="15000"/>
                                </a:schemeClr>
                              </a:gs>
                              <a:gs pos="100000">
                                <a:schemeClr val="tx1">
                                  <a:lumMod val="85000"/>
                                  <a:lumOff val="15000"/>
                                </a:schemeClr>
                              </a:gs>
                            </a:gsLst>
                            <a:lin ang="5400000" scaled="1"/>
                          </a:gradFill>
                          <a:latin typeface="KoPub돋움체 Bold" pitchFamily="2" charset="-127"/>
                          <a:ea typeface="KoPub돋움체 Bold" pitchFamily="2" charset="-127"/>
                          <a:cs typeface="+mn-cs"/>
                        </a:rPr>
                        <a:t>M+7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1" indent="0" algn="ctr" defTabSz="1043056" rtl="0" eaLnBrk="1" fontAlgn="base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prstClr val="black">
                            <a:lumMod val="75000"/>
                            <a:lumOff val="25000"/>
                          </a:prstClr>
                        </a:buClr>
                        <a:buSzPct val="90000"/>
                        <a:buFont typeface="Wingdings" pitchFamily="2" charset="2"/>
                        <a:buNone/>
                        <a:tabLst>
                          <a:tab pos="5005285" algn="l"/>
                        </a:tabLst>
                        <a:defRPr/>
                      </a:pPr>
                      <a:r>
                        <a:rPr lang="en-US" altLang="ko-KR" sz="1200" b="0" kern="1200" spc="-100" baseline="0" dirty="0">
                          <a:gradFill>
                            <a:gsLst>
                              <a:gs pos="0">
                                <a:schemeClr val="tx1">
                                  <a:lumMod val="85000"/>
                                  <a:lumOff val="15000"/>
                                </a:schemeClr>
                              </a:gs>
                              <a:gs pos="100000">
                                <a:schemeClr val="tx1">
                                  <a:lumMod val="85000"/>
                                  <a:lumOff val="15000"/>
                                </a:schemeClr>
                              </a:gs>
                            </a:gsLst>
                            <a:lin ang="5400000" scaled="1"/>
                          </a:gradFill>
                          <a:latin typeface="KoPub돋움체 Bold" pitchFamily="2" charset="-127"/>
                          <a:ea typeface="KoPub돋움체 Bold" pitchFamily="2" charset="-127"/>
                          <a:cs typeface="+mn-cs"/>
                        </a:rPr>
                        <a:t>M+8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1" indent="0" algn="ctr" defTabSz="1043056" rtl="0" eaLnBrk="1" fontAlgn="base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prstClr val="black">
                            <a:lumMod val="75000"/>
                            <a:lumOff val="25000"/>
                          </a:prstClr>
                        </a:buClr>
                        <a:buSzPct val="90000"/>
                        <a:buFont typeface="Wingdings" pitchFamily="2" charset="2"/>
                        <a:buNone/>
                        <a:tabLst>
                          <a:tab pos="5005285" algn="l"/>
                        </a:tabLst>
                        <a:defRPr/>
                      </a:pPr>
                      <a:r>
                        <a:rPr lang="en-US" altLang="ko-KR" sz="1200" b="0" kern="1200" spc="-100" baseline="0" dirty="0">
                          <a:gradFill>
                            <a:gsLst>
                              <a:gs pos="0">
                                <a:schemeClr val="tx1">
                                  <a:lumMod val="85000"/>
                                  <a:lumOff val="15000"/>
                                </a:schemeClr>
                              </a:gs>
                              <a:gs pos="100000">
                                <a:schemeClr val="tx1">
                                  <a:lumMod val="85000"/>
                                  <a:lumOff val="15000"/>
                                </a:schemeClr>
                              </a:gs>
                            </a:gsLst>
                            <a:lin ang="5400000" scaled="1"/>
                          </a:gradFill>
                          <a:latin typeface="KoPub돋움체 Bold" pitchFamily="2" charset="-127"/>
                          <a:ea typeface="KoPub돋움체 Bold" pitchFamily="2" charset="-127"/>
                          <a:cs typeface="+mn-cs"/>
                        </a:rPr>
                        <a:t>M+9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49660859"/>
                  </a:ext>
                </a:extLst>
              </a:tr>
              <a:tr h="366860">
                <a:tc>
                  <a:txBody>
                    <a:bodyPr/>
                    <a:lstStyle/>
                    <a:p>
                      <a:pPr marL="0" marR="0" lvl="0" indent="0" algn="ctr" defTabSz="936625" rtl="0" eaLnBrk="1" fontAlgn="base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ct val="0"/>
                        </a:spcAft>
                        <a:buClr>
                          <a:schemeClr val="tx1">
                            <a:lumMod val="75000"/>
                            <a:lumOff val="25000"/>
                          </a:schemeClr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ko-KR" altLang="en-US" sz="1000" b="0" kern="1200" dirty="0">
                        <a:ln>
                          <a:solidFill>
                            <a:schemeClr val="bg1">
                              <a:lumMod val="75000"/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rgbClr val="96A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36625" rtl="0" eaLnBrk="1" fontAlgn="base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ct val="0"/>
                        </a:spcAft>
                        <a:buClr>
                          <a:schemeClr val="tx1">
                            <a:lumMod val="75000"/>
                            <a:lumOff val="25000"/>
                          </a:schemeClr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ko-KR" altLang="en-US" sz="1000" b="0" kern="1200" dirty="0">
                        <a:ln>
                          <a:solidFill>
                            <a:schemeClr val="bg1">
                              <a:lumMod val="75000"/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36625" rtl="0" eaLnBrk="1" fontAlgn="base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ct val="0"/>
                        </a:spcAft>
                        <a:buClr>
                          <a:schemeClr val="tx1">
                            <a:lumMod val="75000"/>
                            <a:lumOff val="25000"/>
                          </a:schemeClr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ko-KR" altLang="en-US" sz="1000" b="0" kern="1200" dirty="0">
                        <a:ln>
                          <a:solidFill>
                            <a:schemeClr val="bg1">
                              <a:lumMod val="75000"/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36625" rtl="0" eaLnBrk="1" fontAlgn="base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ct val="0"/>
                        </a:spcAft>
                        <a:buClr>
                          <a:schemeClr val="tx1">
                            <a:lumMod val="75000"/>
                            <a:lumOff val="25000"/>
                          </a:schemeClr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ko-KR" altLang="en-US" sz="1000" b="0" kern="1200" dirty="0">
                        <a:ln>
                          <a:solidFill>
                            <a:schemeClr val="bg1">
                              <a:lumMod val="75000"/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36625" rtl="0" eaLnBrk="1" fontAlgn="base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ct val="0"/>
                        </a:spcAft>
                        <a:buClr>
                          <a:schemeClr val="tx1">
                            <a:lumMod val="75000"/>
                            <a:lumOff val="25000"/>
                          </a:schemeClr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ko-KR" altLang="en-US" sz="1000" b="0" kern="1200" dirty="0">
                        <a:ln>
                          <a:solidFill>
                            <a:schemeClr val="bg1">
                              <a:lumMod val="75000"/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36625" rtl="0" eaLnBrk="1" fontAlgn="base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ct val="0"/>
                        </a:spcAft>
                        <a:buClr>
                          <a:schemeClr val="tx1">
                            <a:lumMod val="75000"/>
                            <a:lumOff val="25000"/>
                          </a:schemeClr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ko-KR" altLang="en-US" sz="1000" b="0" kern="1200" dirty="0">
                        <a:ln>
                          <a:solidFill>
                            <a:schemeClr val="bg1">
                              <a:lumMod val="75000"/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36625" rtl="0" eaLnBrk="1" fontAlgn="base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ct val="0"/>
                        </a:spcAft>
                        <a:buClr>
                          <a:schemeClr val="tx1">
                            <a:lumMod val="75000"/>
                            <a:lumOff val="25000"/>
                          </a:schemeClr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ko-KR" altLang="en-US" sz="1000" b="0" kern="1200" dirty="0">
                        <a:ln>
                          <a:solidFill>
                            <a:schemeClr val="bg1">
                              <a:lumMod val="75000"/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36625" rtl="0" eaLnBrk="1" fontAlgn="base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ct val="0"/>
                        </a:spcAft>
                        <a:buClr>
                          <a:schemeClr val="tx1">
                            <a:lumMod val="75000"/>
                            <a:lumOff val="25000"/>
                          </a:schemeClr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ko-KR" altLang="en-US" sz="1000" b="0" kern="1200" dirty="0">
                        <a:ln>
                          <a:solidFill>
                            <a:schemeClr val="bg1">
                              <a:lumMod val="75000"/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36625" rtl="0" eaLnBrk="1" fontAlgn="base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ct val="0"/>
                        </a:spcAft>
                        <a:buClr>
                          <a:schemeClr val="tx1">
                            <a:lumMod val="75000"/>
                            <a:lumOff val="25000"/>
                          </a:schemeClr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ko-KR" altLang="en-US" sz="1000" b="0" kern="1200" dirty="0">
                        <a:ln>
                          <a:solidFill>
                            <a:schemeClr val="bg1">
                              <a:lumMod val="75000"/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36625" rtl="0" eaLnBrk="1" fontAlgn="base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ct val="0"/>
                        </a:spcAft>
                        <a:buClr>
                          <a:schemeClr val="tx1">
                            <a:lumMod val="75000"/>
                            <a:lumOff val="25000"/>
                          </a:schemeClr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ko-KR" altLang="en-US" sz="1000" b="0" kern="1200" dirty="0">
                        <a:ln>
                          <a:solidFill>
                            <a:schemeClr val="bg1">
                              <a:lumMod val="75000"/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8500515"/>
                  </a:ext>
                </a:extLst>
              </a:tr>
              <a:tr h="288032">
                <a:tc>
                  <a:txBody>
                    <a:bodyPr/>
                    <a:lstStyle/>
                    <a:p>
                      <a:pPr marL="0" marR="0" lvl="0" indent="0" algn="ctr" defTabSz="936625" rtl="0" eaLnBrk="1" fontAlgn="base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ct val="0"/>
                        </a:spcAft>
                        <a:buClr>
                          <a:schemeClr val="tx1">
                            <a:lumMod val="75000"/>
                            <a:lumOff val="25000"/>
                          </a:schemeClr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ko-KR" altLang="en-US" sz="1000" b="0" kern="1200" dirty="0">
                        <a:ln>
                          <a:solidFill>
                            <a:schemeClr val="bg1">
                              <a:lumMod val="75000"/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rgbClr val="96A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36625" rtl="0" eaLnBrk="1" fontAlgn="base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ct val="0"/>
                        </a:spcAft>
                        <a:buClr>
                          <a:schemeClr val="tx1">
                            <a:lumMod val="75000"/>
                            <a:lumOff val="25000"/>
                          </a:schemeClr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ko-KR" altLang="en-US" sz="1000" b="0" kern="1200" dirty="0">
                        <a:ln>
                          <a:solidFill>
                            <a:schemeClr val="bg1">
                              <a:lumMod val="75000"/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36625" rtl="0" eaLnBrk="1" fontAlgn="base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ct val="0"/>
                        </a:spcAft>
                        <a:buClr>
                          <a:schemeClr val="tx1">
                            <a:lumMod val="75000"/>
                            <a:lumOff val="25000"/>
                          </a:schemeClr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ko-KR" altLang="en-US" sz="1000" b="0" kern="1200" dirty="0">
                        <a:ln>
                          <a:solidFill>
                            <a:schemeClr val="bg1">
                              <a:lumMod val="75000"/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36625" rtl="0" eaLnBrk="1" fontAlgn="base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ct val="0"/>
                        </a:spcAft>
                        <a:buClr>
                          <a:schemeClr val="tx1">
                            <a:lumMod val="75000"/>
                            <a:lumOff val="25000"/>
                          </a:schemeClr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ko-KR" altLang="en-US" sz="1000" b="0" kern="1200" dirty="0">
                        <a:ln>
                          <a:solidFill>
                            <a:schemeClr val="bg1">
                              <a:lumMod val="75000"/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36625" rtl="0" eaLnBrk="1" fontAlgn="base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ct val="0"/>
                        </a:spcAft>
                        <a:buClr>
                          <a:schemeClr val="tx1">
                            <a:lumMod val="75000"/>
                            <a:lumOff val="25000"/>
                          </a:schemeClr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ko-KR" altLang="en-US" sz="1000" b="0" kern="1200" dirty="0">
                        <a:ln>
                          <a:solidFill>
                            <a:schemeClr val="bg1">
                              <a:lumMod val="75000"/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36625" rtl="0" eaLnBrk="1" fontAlgn="base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ct val="0"/>
                        </a:spcAft>
                        <a:buClr>
                          <a:schemeClr val="tx1">
                            <a:lumMod val="75000"/>
                            <a:lumOff val="25000"/>
                          </a:schemeClr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ko-KR" altLang="en-US" sz="1000" b="0" kern="1200" dirty="0">
                        <a:ln>
                          <a:solidFill>
                            <a:schemeClr val="bg1">
                              <a:lumMod val="75000"/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36625" rtl="0" eaLnBrk="1" fontAlgn="base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ct val="0"/>
                        </a:spcAft>
                        <a:buClr>
                          <a:schemeClr val="tx1">
                            <a:lumMod val="75000"/>
                            <a:lumOff val="25000"/>
                          </a:schemeClr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ko-KR" altLang="en-US" sz="1000" b="0" kern="1200" dirty="0">
                        <a:ln>
                          <a:solidFill>
                            <a:schemeClr val="bg1">
                              <a:lumMod val="75000"/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36625" rtl="0" eaLnBrk="1" fontAlgn="base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ct val="0"/>
                        </a:spcAft>
                        <a:buClr>
                          <a:schemeClr val="tx1">
                            <a:lumMod val="75000"/>
                            <a:lumOff val="25000"/>
                          </a:schemeClr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ko-KR" altLang="en-US" sz="1000" b="0" kern="1200" dirty="0">
                        <a:ln>
                          <a:solidFill>
                            <a:schemeClr val="bg1">
                              <a:lumMod val="75000"/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36625" rtl="0" eaLnBrk="1" fontAlgn="base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ct val="0"/>
                        </a:spcAft>
                        <a:buClr>
                          <a:schemeClr val="tx1">
                            <a:lumMod val="75000"/>
                            <a:lumOff val="25000"/>
                          </a:schemeClr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ko-KR" altLang="en-US" sz="1000" b="0" kern="1200" dirty="0">
                        <a:ln>
                          <a:solidFill>
                            <a:schemeClr val="bg1">
                              <a:lumMod val="75000"/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36625" rtl="0" eaLnBrk="1" fontAlgn="base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ct val="0"/>
                        </a:spcAft>
                        <a:buClr>
                          <a:schemeClr val="tx1">
                            <a:lumMod val="75000"/>
                            <a:lumOff val="25000"/>
                          </a:schemeClr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ko-KR" altLang="en-US" sz="1000" b="0" kern="1200" dirty="0">
                        <a:ln>
                          <a:solidFill>
                            <a:schemeClr val="bg1">
                              <a:lumMod val="75000"/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4030129"/>
                  </a:ext>
                </a:extLst>
              </a:tr>
              <a:tr h="360040">
                <a:tc>
                  <a:txBody>
                    <a:bodyPr/>
                    <a:lstStyle/>
                    <a:p>
                      <a:pPr marL="0" marR="0" lvl="0" indent="0" algn="ctr" defTabSz="936625" rtl="0" eaLnBrk="1" fontAlgn="base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ct val="0"/>
                        </a:spcAft>
                        <a:buClr>
                          <a:schemeClr val="tx1">
                            <a:lumMod val="75000"/>
                            <a:lumOff val="25000"/>
                          </a:schemeClr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ko-KR" altLang="en-US" sz="1000" b="0" kern="1200" dirty="0">
                        <a:ln>
                          <a:solidFill>
                            <a:schemeClr val="bg1">
                              <a:lumMod val="75000"/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rgbClr val="96A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36625" rtl="0" eaLnBrk="1" fontAlgn="base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ct val="0"/>
                        </a:spcAft>
                        <a:buClr>
                          <a:schemeClr val="tx1">
                            <a:lumMod val="75000"/>
                            <a:lumOff val="25000"/>
                          </a:schemeClr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ko-KR" altLang="en-US" sz="1000" b="0" kern="1200" dirty="0">
                        <a:ln>
                          <a:solidFill>
                            <a:schemeClr val="bg1">
                              <a:lumMod val="75000"/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36625" rtl="0" eaLnBrk="1" fontAlgn="base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ct val="0"/>
                        </a:spcAft>
                        <a:buClr>
                          <a:schemeClr val="tx1">
                            <a:lumMod val="75000"/>
                            <a:lumOff val="25000"/>
                          </a:schemeClr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ko-KR" altLang="en-US" sz="1000" b="0" kern="1200" dirty="0">
                        <a:ln>
                          <a:solidFill>
                            <a:schemeClr val="bg1">
                              <a:lumMod val="75000"/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36625" rtl="0" eaLnBrk="1" fontAlgn="base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ct val="0"/>
                        </a:spcAft>
                        <a:buClr>
                          <a:schemeClr val="tx1">
                            <a:lumMod val="75000"/>
                            <a:lumOff val="25000"/>
                          </a:schemeClr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ko-KR" altLang="en-US" sz="1000" b="0" kern="1200" dirty="0">
                        <a:ln>
                          <a:solidFill>
                            <a:schemeClr val="bg1">
                              <a:lumMod val="75000"/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36625" rtl="0" eaLnBrk="1" fontAlgn="base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ct val="0"/>
                        </a:spcAft>
                        <a:buClr>
                          <a:schemeClr val="tx1">
                            <a:lumMod val="75000"/>
                            <a:lumOff val="25000"/>
                          </a:schemeClr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ko-KR" altLang="en-US" sz="1000" b="0" kern="1200" dirty="0">
                        <a:ln>
                          <a:solidFill>
                            <a:schemeClr val="bg1">
                              <a:lumMod val="75000"/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36625" rtl="0" eaLnBrk="1" fontAlgn="base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ct val="0"/>
                        </a:spcAft>
                        <a:buClr>
                          <a:schemeClr val="tx1">
                            <a:lumMod val="75000"/>
                            <a:lumOff val="25000"/>
                          </a:schemeClr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ko-KR" altLang="en-US" sz="1000" b="0" kern="1200" dirty="0">
                        <a:ln>
                          <a:solidFill>
                            <a:schemeClr val="bg1">
                              <a:lumMod val="75000"/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36625" rtl="0" eaLnBrk="1" fontAlgn="base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ct val="0"/>
                        </a:spcAft>
                        <a:buClr>
                          <a:schemeClr val="tx1">
                            <a:lumMod val="75000"/>
                            <a:lumOff val="25000"/>
                          </a:schemeClr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ko-KR" altLang="en-US" sz="1000" b="0" kern="1200" dirty="0">
                        <a:ln>
                          <a:solidFill>
                            <a:schemeClr val="bg1">
                              <a:lumMod val="75000"/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36625" rtl="0" eaLnBrk="1" fontAlgn="base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ct val="0"/>
                        </a:spcAft>
                        <a:buClr>
                          <a:schemeClr val="tx1">
                            <a:lumMod val="75000"/>
                            <a:lumOff val="25000"/>
                          </a:schemeClr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ko-KR" altLang="en-US" sz="1000" b="0" kern="1200" dirty="0">
                        <a:ln>
                          <a:solidFill>
                            <a:schemeClr val="bg1">
                              <a:lumMod val="75000"/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36625" rtl="0" eaLnBrk="1" fontAlgn="base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ct val="0"/>
                        </a:spcAft>
                        <a:buClr>
                          <a:schemeClr val="tx1">
                            <a:lumMod val="75000"/>
                            <a:lumOff val="25000"/>
                          </a:schemeClr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ko-KR" altLang="en-US" sz="1000" b="0" kern="1200" dirty="0">
                        <a:ln>
                          <a:solidFill>
                            <a:schemeClr val="bg1">
                              <a:lumMod val="75000"/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36625" rtl="0" eaLnBrk="1" fontAlgn="base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ct val="0"/>
                        </a:spcAft>
                        <a:buClr>
                          <a:schemeClr val="tx1">
                            <a:lumMod val="75000"/>
                            <a:lumOff val="25000"/>
                          </a:schemeClr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ko-KR" altLang="en-US" sz="1000" b="0" kern="1200" dirty="0">
                        <a:ln>
                          <a:solidFill>
                            <a:schemeClr val="bg1">
                              <a:lumMod val="75000"/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10947219"/>
                  </a:ext>
                </a:extLst>
              </a:tr>
              <a:tr h="360040">
                <a:tc>
                  <a:txBody>
                    <a:bodyPr/>
                    <a:lstStyle/>
                    <a:p>
                      <a:pPr marL="0" marR="0" lvl="0" indent="0" algn="ctr" defTabSz="936625" rtl="0" eaLnBrk="1" fontAlgn="base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ct val="0"/>
                        </a:spcAft>
                        <a:buClr>
                          <a:schemeClr val="tx1">
                            <a:lumMod val="75000"/>
                            <a:lumOff val="25000"/>
                          </a:schemeClr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ko-KR" altLang="en-US" sz="1000" b="0" kern="1200" dirty="0">
                        <a:ln>
                          <a:solidFill>
                            <a:schemeClr val="bg1">
                              <a:lumMod val="75000"/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rgbClr val="96A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36625" rtl="0" eaLnBrk="1" fontAlgn="base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ct val="0"/>
                        </a:spcAft>
                        <a:buClr>
                          <a:schemeClr val="tx1">
                            <a:lumMod val="75000"/>
                            <a:lumOff val="25000"/>
                          </a:schemeClr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ko-KR" altLang="en-US" sz="1000" b="0" kern="1200" dirty="0">
                        <a:ln>
                          <a:solidFill>
                            <a:schemeClr val="bg1">
                              <a:lumMod val="75000"/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36625" rtl="0" eaLnBrk="1" fontAlgn="base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ct val="0"/>
                        </a:spcAft>
                        <a:buClr>
                          <a:schemeClr val="tx1">
                            <a:lumMod val="75000"/>
                            <a:lumOff val="25000"/>
                          </a:schemeClr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ko-KR" altLang="en-US" sz="1000" b="0" kern="1200" dirty="0">
                        <a:ln>
                          <a:solidFill>
                            <a:schemeClr val="bg1">
                              <a:lumMod val="75000"/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36625" rtl="0" eaLnBrk="1" fontAlgn="base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ct val="0"/>
                        </a:spcAft>
                        <a:buClr>
                          <a:schemeClr val="tx1">
                            <a:lumMod val="75000"/>
                            <a:lumOff val="25000"/>
                          </a:schemeClr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ko-KR" altLang="en-US" sz="1000" b="0" kern="1200" dirty="0">
                        <a:ln>
                          <a:solidFill>
                            <a:schemeClr val="bg1">
                              <a:lumMod val="75000"/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36625" rtl="0" eaLnBrk="1" fontAlgn="base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ct val="0"/>
                        </a:spcAft>
                        <a:buClr>
                          <a:schemeClr val="tx1">
                            <a:lumMod val="75000"/>
                            <a:lumOff val="25000"/>
                          </a:schemeClr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ko-KR" altLang="en-US" sz="1000" b="0" kern="1200" dirty="0">
                        <a:ln>
                          <a:solidFill>
                            <a:schemeClr val="bg1">
                              <a:lumMod val="75000"/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36625" rtl="0" eaLnBrk="1" fontAlgn="base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ct val="0"/>
                        </a:spcAft>
                        <a:buClr>
                          <a:schemeClr val="tx1">
                            <a:lumMod val="75000"/>
                            <a:lumOff val="25000"/>
                          </a:schemeClr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ko-KR" altLang="en-US" sz="1000" b="0" kern="1200" dirty="0">
                        <a:ln>
                          <a:solidFill>
                            <a:schemeClr val="bg1">
                              <a:lumMod val="75000"/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36625" rtl="0" eaLnBrk="1" fontAlgn="base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ct val="0"/>
                        </a:spcAft>
                        <a:buClr>
                          <a:schemeClr val="tx1">
                            <a:lumMod val="75000"/>
                            <a:lumOff val="25000"/>
                          </a:schemeClr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ko-KR" altLang="en-US" sz="1000" b="0" kern="1200" dirty="0">
                        <a:ln>
                          <a:solidFill>
                            <a:schemeClr val="bg1">
                              <a:lumMod val="75000"/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36625" rtl="0" eaLnBrk="1" fontAlgn="base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ct val="0"/>
                        </a:spcAft>
                        <a:buClr>
                          <a:schemeClr val="tx1">
                            <a:lumMod val="75000"/>
                            <a:lumOff val="25000"/>
                          </a:schemeClr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ko-KR" altLang="en-US" sz="1000" b="0" kern="1200" dirty="0">
                        <a:ln>
                          <a:solidFill>
                            <a:schemeClr val="bg1">
                              <a:lumMod val="75000"/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36625" rtl="0" eaLnBrk="1" fontAlgn="base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ct val="0"/>
                        </a:spcAft>
                        <a:buClr>
                          <a:schemeClr val="tx1">
                            <a:lumMod val="75000"/>
                            <a:lumOff val="25000"/>
                          </a:schemeClr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ko-KR" altLang="en-US" sz="1000" b="0" kern="1200" dirty="0">
                        <a:ln>
                          <a:solidFill>
                            <a:schemeClr val="bg1">
                              <a:lumMod val="75000"/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36625" rtl="0" eaLnBrk="1" fontAlgn="base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ct val="0"/>
                        </a:spcAft>
                        <a:buClr>
                          <a:schemeClr val="tx1">
                            <a:lumMod val="75000"/>
                            <a:lumOff val="25000"/>
                          </a:schemeClr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ko-KR" altLang="en-US" sz="1000" b="0" kern="1200" dirty="0">
                        <a:ln>
                          <a:solidFill>
                            <a:schemeClr val="bg1">
                              <a:lumMod val="75000"/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57293327"/>
                  </a:ext>
                </a:extLst>
              </a:tr>
              <a:tr h="432048">
                <a:tc>
                  <a:txBody>
                    <a:bodyPr/>
                    <a:lstStyle/>
                    <a:p>
                      <a:pPr marL="0" marR="0" lvl="0" indent="0" algn="ctr" defTabSz="936625" rtl="0" eaLnBrk="1" fontAlgn="base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ct val="0"/>
                        </a:spcAft>
                        <a:buClr>
                          <a:schemeClr val="tx1">
                            <a:lumMod val="75000"/>
                            <a:lumOff val="25000"/>
                          </a:schemeClr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000" b="0" kern="1200" dirty="0">
                          <a:ln>
                            <a:solidFill>
                              <a:schemeClr val="bg1">
                                <a:lumMod val="75000"/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　　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rgbClr val="96A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36625" rtl="0" eaLnBrk="1" fontAlgn="base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ct val="0"/>
                        </a:spcAft>
                        <a:buClr>
                          <a:schemeClr val="tx1">
                            <a:lumMod val="75000"/>
                            <a:lumOff val="25000"/>
                          </a:schemeClr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ko-KR" altLang="en-US" sz="1000" b="0" kern="1200" dirty="0">
                        <a:ln>
                          <a:solidFill>
                            <a:schemeClr val="bg1">
                              <a:lumMod val="75000"/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36625" rtl="0" eaLnBrk="1" fontAlgn="base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ct val="0"/>
                        </a:spcAft>
                        <a:buClr>
                          <a:schemeClr val="tx1">
                            <a:lumMod val="75000"/>
                            <a:lumOff val="25000"/>
                          </a:schemeClr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ko-KR" altLang="en-US" sz="1000" b="0" kern="1200" dirty="0">
                        <a:ln>
                          <a:solidFill>
                            <a:schemeClr val="bg1">
                              <a:lumMod val="75000"/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36625" rtl="0" eaLnBrk="1" fontAlgn="base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ct val="0"/>
                        </a:spcAft>
                        <a:buClr>
                          <a:schemeClr val="tx1">
                            <a:lumMod val="75000"/>
                            <a:lumOff val="25000"/>
                          </a:schemeClr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ko-KR" altLang="en-US" sz="1000" b="0" kern="1200" dirty="0">
                        <a:ln>
                          <a:solidFill>
                            <a:schemeClr val="bg1">
                              <a:lumMod val="75000"/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36625" rtl="0" eaLnBrk="1" fontAlgn="base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ct val="0"/>
                        </a:spcAft>
                        <a:buClr>
                          <a:schemeClr val="tx1">
                            <a:lumMod val="75000"/>
                            <a:lumOff val="25000"/>
                          </a:schemeClr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000" b="0" kern="1200" dirty="0">
                          <a:ln>
                            <a:solidFill>
                              <a:schemeClr val="bg1">
                                <a:lumMod val="75000"/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　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36625" rtl="0" eaLnBrk="1" fontAlgn="base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ct val="0"/>
                        </a:spcAft>
                        <a:buClr>
                          <a:schemeClr val="tx1">
                            <a:lumMod val="75000"/>
                            <a:lumOff val="25000"/>
                          </a:schemeClr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ko-KR" altLang="en-US" sz="1000" b="0" kern="1200" dirty="0">
                        <a:ln>
                          <a:solidFill>
                            <a:schemeClr val="bg1">
                              <a:lumMod val="75000"/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36625" rtl="0" eaLnBrk="1" fontAlgn="base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ct val="0"/>
                        </a:spcAft>
                        <a:buClr>
                          <a:schemeClr val="tx1">
                            <a:lumMod val="75000"/>
                            <a:lumOff val="25000"/>
                          </a:schemeClr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ko-KR" altLang="en-US" sz="1000" b="0" kern="1200" dirty="0">
                        <a:ln>
                          <a:solidFill>
                            <a:schemeClr val="bg1">
                              <a:lumMod val="75000"/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36625" rtl="0" eaLnBrk="1" fontAlgn="base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ct val="0"/>
                        </a:spcAft>
                        <a:buClr>
                          <a:schemeClr val="tx1">
                            <a:lumMod val="75000"/>
                            <a:lumOff val="25000"/>
                          </a:schemeClr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ko-KR" altLang="en-US" sz="1000" b="0" kern="1200" dirty="0">
                        <a:ln>
                          <a:solidFill>
                            <a:schemeClr val="bg1">
                              <a:lumMod val="75000"/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36625" rtl="0" eaLnBrk="1" fontAlgn="base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ct val="0"/>
                        </a:spcAft>
                        <a:buClr>
                          <a:schemeClr val="tx1">
                            <a:lumMod val="75000"/>
                            <a:lumOff val="25000"/>
                          </a:schemeClr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ko-KR" altLang="en-US" sz="1000" b="0" kern="1200" dirty="0">
                        <a:ln>
                          <a:solidFill>
                            <a:schemeClr val="bg1">
                              <a:lumMod val="75000"/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36625" rtl="0" eaLnBrk="1" fontAlgn="base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ct val="0"/>
                        </a:spcAft>
                        <a:buClr>
                          <a:schemeClr val="tx1">
                            <a:lumMod val="75000"/>
                            <a:lumOff val="25000"/>
                          </a:schemeClr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ko-KR" altLang="en-US" sz="1000" b="0" kern="1200" dirty="0">
                        <a:ln>
                          <a:solidFill>
                            <a:schemeClr val="bg1">
                              <a:lumMod val="75000"/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7832206"/>
                  </a:ext>
                </a:extLst>
              </a:tr>
              <a:tr h="360040">
                <a:tc>
                  <a:txBody>
                    <a:bodyPr/>
                    <a:lstStyle/>
                    <a:p>
                      <a:pPr marL="0" marR="0" lvl="0" indent="0" algn="ctr" defTabSz="936625" rtl="0" eaLnBrk="1" fontAlgn="base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ct val="0"/>
                        </a:spcAft>
                        <a:buClr>
                          <a:schemeClr val="tx1">
                            <a:lumMod val="75000"/>
                            <a:lumOff val="25000"/>
                          </a:schemeClr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ko-KR" altLang="en-US" sz="1000" b="0" kern="1200" dirty="0">
                        <a:ln>
                          <a:solidFill>
                            <a:schemeClr val="bg1">
                              <a:lumMod val="75000"/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rgbClr val="96A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36625" rtl="0" eaLnBrk="1" fontAlgn="base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ct val="0"/>
                        </a:spcAft>
                        <a:buClr>
                          <a:schemeClr val="tx1">
                            <a:lumMod val="75000"/>
                            <a:lumOff val="25000"/>
                          </a:schemeClr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ko-KR" altLang="en-US" sz="1000" b="0" kern="1200" dirty="0">
                        <a:ln>
                          <a:solidFill>
                            <a:schemeClr val="bg1">
                              <a:lumMod val="75000"/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36625" rtl="0" eaLnBrk="1" fontAlgn="base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ct val="0"/>
                        </a:spcAft>
                        <a:buClr>
                          <a:schemeClr val="tx1">
                            <a:lumMod val="75000"/>
                            <a:lumOff val="25000"/>
                          </a:schemeClr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ko-KR" altLang="en-US" sz="1000" b="0" kern="1200" dirty="0">
                        <a:ln>
                          <a:solidFill>
                            <a:schemeClr val="bg1">
                              <a:lumMod val="75000"/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36625" rtl="0" eaLnBrk="1" fontAlgn="base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ct val="0"/>
                        </a:spcAft>
                        <a:buClr>
                          <a:schemeClr val="tx1">
                            <a:lumMod val="75000"/>
                            <a:lumOff val="25000"/>
                          </a:schemeClr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ko-KR" altLang="en-US" sz="1000" b="0" kern="1200" dirty="0">
                        <a:ln>
                          <a:solidFill>
                            <a:schemeClr val="bg1">
                              <a:lumMod val="75000"/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36625" rtl="0" eaLnBrk="1" fontAlgn="base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ct val="0"/>
                        </a:spcAft>
                        <a:buClr>
                          <a:schemeClr val="tx1">
                            <a:lumMod val="75000"/>
                            <a:lumOff val="25000"/>
                          </a:schemeClr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ko-KR" altLang="en-US" sz="1000" b="0" kern="1200" dirty="0">
                        <a:ln>
                          <a:solidFill>
                            <a:schemeClr val="bg1">
                              <a:lumMod val="75000"/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36625" rtl="0" eaLnBrk="1" fontAlgn="base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ct val="0"/>
                        </a:spcAft>
                        <a:buClr>
                          <a:schemeClr val="tx1">
                            <a:lumMod val="75000"/>
                            <a:lumOff val="25000"/>
                          </a:schemeClr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ko-KR" altLang="en-US" sz="1000" b="0" kern="1200" dirty="0">
                        <a:ln>
                          <a:solidFill>
                            <a:schemeClr val="bg1">
                              <a:lumMod val="75000"/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36625" rtl="0" eaLnBrk="1" fontAlgn="base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ct val="0"/>
                        </a:spcAft>
                        <a:buClr>
                          <a:schemeClr val="tx1">
                            <a:lumMod val="75000"/>
                            <a:lumOff val="25000"/>
                          </a:schemeClr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ko-KR" altLang="en-US" sz="1000" b="0" kern="1200" dirty="0">
                        <a:ln>
                          <a:solidFill>
                            <a:schemeClr val="bg1">
                              <a:lumMod val="75000"/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36625" rtl="0" eaLnBrk="1" fontAlgn="base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ct val="0"/>
                        </a:spcAft>
                        <a:buClr>
                          <a:schemeClr val="tx1">
                            <a:lumMod val="75000"/>
                            <a:lumOff val="25000"/>
                          </a:schemeClr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ko-KR" altLang="en-US" sz="1000" b="0" kern="1200" dirty="0">
                        <a:ln>
                          <a:solidFill>
                            <a:schemeClr val="bg1">
                              <a:lumMod val="75000"/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36625" rtl="0" eaLnBrk="1" fontAlgn="base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ct val="0"/>
                        </a:spcAft>
                        <a:buClr>
                          <a:schemeClr val="tx1">
                            <a:lumMod val="75000"/>
                            <a:lumOff val="25000"/>
                          </a:schemeClr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ko-KR" altLang="en-US" sz="1000" b="0" kern="1200" dirty="0">
                        <a:ln>
                          <a:solidFill>
                            <a:schemeClr val="bg1">
                              <a:lumMod val="75000"/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36625" rtl="0" eaLnBrk="1" fontAlgn="base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ct val="0"/>
                        </a:spcAft>
                        <a:buClr>
                          <a:schemeClr val="tx1">
                            <a:lumMod val="75000"/>
                            <a:lumOff val="25000"/>
                          </a:schemeClr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ko-KR" altLang="en-US" sz="1000" b="0" kern="1200" dirty="0">
                        <a:ln>
                          <a:solidFill>
                            <a:schemeClr val="bg1">
                              <a:lumMod val="75000"/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4270742"/>
                  </a:ext>
                </a:extLst>
              </a:tr>
              <a:tr h="360040">
                <a:tc>
                  <a:txBody>
                    <a:bodyPr/>
                    <a:lstStyle/>
                    <a:p>
                      <a:pPr marL="0" marR="0" lvl="0" indent="0" algn="ctr" defTabSz="936625" rtl="0" eaLnBrk="1" fontAlgn="base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ct val="0"/>
                        </a:spcAft>
                        <a:buClr>
                          <a:schemeClr val="tx1">
                            <a:lumMod val="75000"/>
                            <a:lumOff val="25000"/>
                          </a:schemeClr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ko-KR" altLang="en-US" sz="1000" b="0" kern="1200" dirty="0">
                        <a:ln>
                          <a:solidFill>
                            <a:schemeClr val="bg1">
                              <a:lumMod val="75000"/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rgbClr val="96A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36625" rtl="0" eaLnBrk="1" fontAlgn="base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ct val="0"/>
                        </a:spcAft>
                        <a:buClr>
                          <a:schemeClr val="tx1">
                            <a:lumMod val="75000"/>
                            <a:lumOff val="25000"/>
                          </a:schemeClr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ko-KR" altLang="en-US" sz="1000" b="0" kern="1200" dirty="0">
                        <a:ln>
                          <a:solidFill>
                            <a:schemeClr val="bg1">
                              <a:lumMod val="75000"/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36625" rtl="0" eaLnBrk="1" fontAlgn="base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ct val="0"/>
                        </a:spcAft>
                        <a:buClr>
                          <a:schemeClr val="tx1">
                            <a:lumMod val="75000"/>
                            <a:lumOff val="25000"/>
                          </a:schemeClr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ko-KR" altLang="en-US" sz="1000" b="0" kern="1200" dirty="0">
                        <a:ln>
                          <a:solidFill>
                            <a:schemeClr val="bg1">
                              <a:lumMod val="75000"/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36625" rtl="0" eaLnBrk="1" fontAlgn="base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ct val="0"/>
                        </a:spcAft>
                        <a:buClr>
                          <a:schemeClr val="tx1">
                            <a:lumMod val="75000"/>
                            <a:lumOff val="25000"/>
                          </a:schemeClr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ko-KR" altLang="en-US" sz="1000" b="0" kern="1200" dirty="0">
                        <a:ln>
                          <a:solidFill>
                            <a:schemeClr val="bg1">
                              <a:lumMod val="75000"/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36625" rtl="0" eaLnBrk="1" fontAlgn="base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ct val="0"/>
                        </a:spcAft>
                        <a:buClr>
                          <a:schemeClr val="tx1">
                            <a:lumMod val="75000"/>
                            <a:lumOff val="25000"/>
                          </a:schemeClr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ko-KR" altLang="en-US" sz="1000" b="0" kern="1200" dirty="0">
                        <a:ln>
                          <a:solidFill>
                            <a:schemeClr val="bg1">
                              <a:lumMod val="75000"/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36625" rtl="0" eaLnBrk="1" fontAlgn="base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ct val="0"/>
                        </a:spcAft>
                        <a:buClr>
                          <a:schemeClr val="tx1">
                            <a:lumMod val="75000"/>
                            <a:lumOff val="25000"/>
                          </a:schemeClr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ko-KR" altLang="en-US" sz="1000" b="0" kern="1200" dirty="0">
                        <a:ln>
                          <a:solidFill>
                            <a:schemeClr val="bg1">
                              <a:lumMod val="75000"/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36625" rtl="0" eaLnBrk="1" fontAlgn="base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ct val="0"/>
                        </a:spcAft>
                        <a:buClr>
                          <a:schemeClr val="tx1">
                            <a:lumMod val="75000"/>
                            <a:lumOff val="25000"/>
                          </a:schemeClr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ko-KR" altLang="en-US" sz="1000" b="0" kern="1200" dirty="0">
                        <a:ln>
                          <a:solidFill>
                            <a:schemeClr val="bg1">
                              <a:lumMod val="75000"/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36625" rtl="0" eaLnBrk="1" fontAlgn="base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ct val="0"/>
                        </a:spcAft>
                        <a:buClr>
                          <a:schemeClr val="tx1">
                            <a:lumMod val="75000"/>
                            <a:lumOff val="25000"/>
                          </a:schemeClr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ko-KR" altLang="en-US" sz="1000" b="0" kern="1200" dirty="0">
                        <a:ln>
                          <a:solidFill>
                            <a:schemeClr val="bg1">
                              <a:lumMod val="75000"/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36625" rtl="0" eaLnBrk="1" fontAlgn="base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ct val="0"/>
                        </a:spcAft>
                        <a:buClr>
                          <a:schemeClr val="tx1">
                            <a:lumMod val="75000"/>
                            <a:lumOff val="25000"/>
                          </a:schemeClr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ko-KR" altLang="en-US" sz="1000" b="0" kern="1200" dirty="0">
                        <a:ln>
                          <a:solidFill>
                            <a:schemeClr val="bg1">
                              <a:lumMod val="75000"/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36625" rtl="0" eaLnBrk="1" fontAlgn="base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ct val="0"/>
                        </a:spcAft>
                        <a:buClr>
                          <a:schemeClr val="tx1">
                            <a:lumMod val="75000"/>
                            <a:lumOff val="25000"/>
                          </a:schemeClr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ko-KR" altLang="en-US" sz="1000" b="0" kern="1200" dirty="0">
                        <a:ln>
                          <a:solidFill>
                            <a:schemeClr val="bg1">
                              <a:lumMod val="75000"/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67044408"/>
                  </a:ext>
                </a:extLst>
              </a:tr>
              <a:tr h="288032">
                <a:tc>
                  <a:txBody>
                    <a:bodyPr/>
                    <a:lstStyle/>
                    <a:p>
                      <a:pPr marL="0" marR="0" lvl="0" indent="0" algn="ctr" defTabSz="936625" rtl="0" eaLnBrk="1" fontAlgn="base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ct val="0"/>
                        </a:spcAft>
                        <a:buClr>
                          <a:schemeClr val="tx1">
                            <a:lumMod val="75000"/>
                            <a:lumOff val="25000"/>
                          </a:schemeClr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ko-KR" altLang="en-US" sz="1000" b="0" kern="1200" dirty="0">
                        <a:ln>
                          <a:solidFill>
                            <a:schemeClr val="bg1">
                              <a:lumMod val="75000"/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rgbClr val="96A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36625" rtl="0" eaLnBrk="1" fontAlgn="base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ct val="0"/>
                        </a:spcAft>
                        <a:buClr>
                          <a:schemeClr val="tx1">
                            <a:lumMod val="75000"/>
                            <a:lumOff val="25000"/>
                          </a:schemeClr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ko-KR" altLang="en-US" sz="1000" b="0" kern="1200" dirty="0">
                        <a:ln>
                          <a:solidFill>
                            <a:schemeClr val="bg1">
                              <a:lumMod val="75000"/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36625" rtl="0" eaLnBrk="1" fontAlgn="base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ct val="0"/>
                        </a:spcAft>
                        <a:buClr>
                          <a:schemeClr val="tx1">
                            <a:lumMod val="75000"/>
                            <a:lumOff val="25000"/>
                          </a:schemeClr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ko-KR" altLang="en-US" sz="1000" b="0" kern="1200" dirty="0">
                        <a:ln>
                          <a:solidFill>
                            <a:schemeClr val="bg1">
                              <a:lumMod val="75000"/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36625" rtl="0" eaLnBrk="1" fontAlgn="base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ct val="0"/>
                        </a:spcAft>
                        <a:buClr>
                          <a:schemeClr val="tx1">
                            <a:lumMod val="75000"/>
                            <a:lumOff val="25000"/>
                          </a:schemeClr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ko-KR" altLang="en-US" sz="1000" b="0" kern="1200" dirty="0">
                        <a:ln>
                          <a:solidFill>
                            <a:schemeClr val="bg1">
                              <a:lumMod val="75000"/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36625" rtl="0" eaLnBrk="1" fontAlgn="base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ct val="0"/>
                        </a:spcAft>
                        <a:buClr>
                          <a:schemeClr val="tx1">
                            <a:lumMod val="75000"/>
                            <a:lumOff val="25000"/>
                          </a:schemeClr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ko-KR" altLang="en-US" sz="1000" b="0" kern="1200" dirty="0">
                        <a:ln>
                          <a:solidFill>
                            <a:schemeClr val="bg1">
                              <a:lumMod val="75000"/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36625" rtl="0" eaLnBrk="1" fontAlgn="base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ct val="0"/>
                        </a:spcAft>
                        <a:buClr>
                          <a:schemeClr val="tx1">
                            <a:lumMod val="75000"/>
                            <a:lumOff val="25000"/>
                          </a:schemeClr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ko-KR" altLang="en-US" sz="1000" b="0" kern="1200" dirty="0">
                        <a:ln>
                          <a:solidFill>
                            <a:schemeClr val="bg1">
                              <a:lumMod val="75000"/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36625" rtl="0" eaLnBrk="1" fontAlgn="base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ct val="0"/>
                        </a:spcAft>
                        <a:buClr>
                          <a:schemeClr val="tx1">
                            <a:lumMod val="75000"/>
                            <a:lumOff val="25000"/>
                          </a:schemeClr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ko-KR" altLang="en-US" sz="1000" b="0" kern="1200" dirty="0">
                        <a:ln>
                          <a:solidFill>
                            <a:schemeClr val="bg1">
                              <a:lumMod val="75000"/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36625" rtl="0" eaLnBrk="1" fontAlgn="base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ct val="0"/>
                        </a:spcAft>
                        <a:buClr>
                          <a:schemeClr val="tx1">
                            <a:lumMod val="75000"/>
                            <a:lumOff val="25000"/>
                          </a:schemeClr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ko-KR" altLang="en-US" sz="1000" b="0" kern="1200" dirty="0">
                        <a:ln>
                          <a:solidFill>
                            <a:schemeClr val="bg1">
                              <a:lumMod val="75000"/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36625" rtl="0" eaLnBrk="1" fontAlgn="base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ct val="0"/>
                        </a:spcAft>
                        <a:buClr>
                          <a:schemeClr val="tx1">
                            <a:lumMod val="75000"/>
                            <a:lumOff val="25000"/>
                          </a:schemeClr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ko-KR" altLang="en-US" sz="1000" b="0" kern="1200" dirty="0">
                        <a:ln>
                          <a:solidFill>
                            <a:schemeClr val="bg1">
                              <a:lumMod val="75000"/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36625" rtl="0" eaLnBrk="1" fontAlgn="base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ct val="0"/>
                        </a:spcAft>
                        <a:buClr>
                          <a:schemeClr val="tx1">
                            <a:lumMod val="75000"/>
                            <a:lumOff val="25000"/>
                          </a:schemeClr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ko-KR" altLang="en-US" sz="1000" b="0" kern="1200" dirty="0">
                        <a:ln>
                          <a:solidFill>
                            <a:schemeClr val="bg1">
                              <a:lumMod val="75000"/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1882191"/>
                  </a:ext>
                </a:extLst>
              </a:tr>
              <a:tr h="360040">
                <a:tc>
                  <a:txBody>
                    <a:bodyPr/>
                    <a:lstStyle/>
                    <a:p>
                      <a:pPr marL="0" marR="0" lvl="0" indent="0" algn="ctr" defTabSz="936625" rtl="0" eaLnBrk="1" fontAlgn="base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ct val="0"/>
                        </a:spcAft>
                        <a:buClr>
                          <a:schemeClr val="tx1">
                            <a:lumMod val="75000"/>
                            <a:lumOff val="25000"/>
                          </a:schemeClr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ko-KR" altLang="en-US" sz="1000" b="0" kern="1200" dirty="0">
                        <a:ln>
                          <a:solidFill>
                            <a:schemeClr val="bg1">
                              <a:lumMod val="75000"/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rgbClr val="96A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36625" rtl="0" eaLnBrk="1" fontAlgn="base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ct val="0"/>
                        </a:spcAft>
                        <a:buClr>
                          <a:schemeClr val="tx1">
                            <a:lumMod val="75000"/>
                            <a:lumOff val="25000"/>
                          </a:schemeClr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ko-KR" altLang="en-US" sz="1000" b="0" kern="1200" dirty="0">
                        <a:ln>
                          <a:solidFill>
                            <a:schemeClr val="bg1">
                              <a:lumMod val="75000"/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36625" rtl="0" eaLnBrk="1" fontAlgn="base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ct val="0"/>
                        </a:spcAft>
                        <a:buClr>
                          <a:schemeClr val="tx1">
                            <a:lumMod val="75000"/>
                            <a:lumOff val="25000"/>
                          </a:schemeClr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ko-KR" altLang="en-US" sz="1000" b="0" kern="1200" dirty="0">
                        <a:ln>
                          <a:solidFill>
                            <a:schemeClr val="bg1">
                              <a:lumMod val="75000"/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36625" rtl="0" eaLnBrk="1" fontAlgn="base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ct val="0"/>
                        </a:spcAft>
                        <a:buClr>
                          <a:schemeClr val="tx1">
                            <a:lumMod val="75000"/>
                            <a:lumOff val="25000"/>
                          </a:schemeClr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ko-KR" altLang="en-US" sz="1000" b="0" kern="1200" dirty="0">
                        <a:ln>
                          <a:solidFill>
                            <a:schemeClr val="bg1">
                              <a:lumMod val="75000"/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36625" rtl="0" eaLnBrk="1" fontAlgn="base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ct val="0"/>
                        </a:spcAft>
                        <a:buClr>
                          <a:schemeClr val="tx1">
                            <a:lumMod val="75000"/>
                            <a:lumOff val="25000"/>
                          </a:schemeClr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ko-KR" altLang="en-US" sz="1000" b="0" kern="1200" dirty="0">
                        <a:ln>
                          <a:solidFill>
                            <a:schemeClr val="bg1">
                              <a:lumMod val="75000"/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36625" rtl="0" eaLnBrk="1" fontAlgn="base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ct val="0"/>
                        </a:spcAft>
                        <a:buClr>
                          <a:schemeClr val="tx1">
                            <a:lumMod val="75000"/>
                            <a:lumOff val="25000"/>
                          </a:schemeClr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ko-KR" altLang="en-US" sz="1000" b="0" kern="1200" dirty="0">
                        <a:ln>
                          <a:solidFill>
                            <a:schemeClr val="bg1">
                              <a:lumMod val="75000"/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36625" rtl="0" eaLnBrk="1" fontAlgn="base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ct val="0"/>
                        </a:spcAft>
                        <a:buClr>
                          <a:schemeClr val="tx1">
                            <a:lumMod val="75000"/>
                            <a:lumOff val="25000"/>
                          </a:schemeClr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ko-KR" altLang="en-US" sz="1000" b="0" kern="1200" dirty="0">
                        <a:ln>
                          <a:solidFill>
                            <a:schemeClr val="bg1">
                              <a:lumMod val="75000"/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36625" rtl="0" eaLnBrk="1" fontAlgn="base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ct val="0"/>
                        </a:spcAft>
                        <a:buClr>
                          <a:schemeClr val="tx1">
                            <a:lumMod val="75000"/>
                            <a:lumOff val="25000"/>
                          </a:schemeClr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ko-KR" altLang="en-US" sz="1000" b="0" kern="1200" dirty="0">
                        <a:ln>
                          <a:solidFill>
                            <a:schemeClr val="bg1">
                              <a:lumMod val="75000"/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36625" rtl="0" eaLnBrk="1" fontAlgn="base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ct val="0"/>
                        </a:spcAft>
                        <a:buClr>
                          <a:schemeClr val="tx1">
                            <a:lumMod val="75000"/>
                            <a:lumOff val="25000"/>
                          </a:schemeClr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ko-KR" altLang="en-US" sz="1000" b="0" kern="1200" dirty="0">
                        <a:ln>
                          <a:solidFill>
                            <a:schemeClr val="bg1">
                              <a:lumMod val="75000"/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36625" rtl="0" eaLnBrk="1" fontAlgn="base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ct val="0"/>
                        </a:spcAft>
                        <a:buClr>
                          <a:schemeClr val="tx1">
                            <a:lumMod val="75000"/>
                            <a:lumOff val="25000"/>
                          </a:schemeClr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ko-KR" altLang="en-US" sz="1000" b="0" kern="1200" dirty="0">
                        <a:ln>
                          <a:solidFill>
                            <a:schemeClr val="bg1">
                              <a:lumMod val="75000"/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74691994"/>
                  </a:ext>
                </a:extLst>
              </a:tr>
              <a:tr h="360040">
                <a:tc>
                  <a:txBody>
                    <a:bodyPr/>
                    <a:lstStyle/>
                    <a:p>
                      <a:pPr marL="0" marR="0" lvl="0" indent="0" algn="ctr" defTabSz="936625" rtl="0" eaLnBrk="1" fontAlgn="base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ct val="0"/>
                        </a:spcAft>
                        <a:buClr>
                          <a:schemeClr val="tx1">
                            <a:lumMod val="75000"/>
                            <a:lumOff val="25000"/>
                          </a:schemeClr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ko-KR" altLang="en-US" sz="1000" b="0" kern="1200" dirty="0">
                        <a:ln>
                          <a:solidFill>
                            <a:schemeClr val="bg1">
                              <a:lumMod val="75000"/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rgbClr val="96A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36625" rtl="0" eaLnBrk="1" fontAlgn="base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ct val="0"/>
                        </a:spcAft>
                        <a:buClr>
                          <a:schemeClr val="tx1">
                            <a:lumMod val="75000"/>
                            <a:lumOff val="25000"/>
                          </a:schemeClr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ko-KR" altLang="en-US" sz="1000" b="0" kern="1200" dirty="0">
                        <a:ln>
                          <a:solidFill>
                            <a:schemeClr val="bg1">
                              <a:lumMod val="75000"/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36625" rtl="0" eaLnBrk="1" fontAlgn="base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ct val="0"/>
                        </a:spcAft>
                        <a:buClr>
                          <a:schemeClr val="tx1">
                            <a:lumMod val="75000"/>
                            <a:lumOff val="25000"/>
                          </a:schemeClr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ko-KR" altLang="en-US" sz="1000" b="0" kern="1200" dirty="0">
                        <a:ln>
                          <a:solidFill>
                            <a:schemeClr val="bg1">
                              <a:lumMod val="75000"/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36625" rtl="0" eaLnBrk="1" fontAlgn="base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ct val="0"/>
                        </a:spcAft>
                        <a:buClr>
                          <a:schemeClr val="tx1">
                            <a:lumMod val="75000"/>
                            <a:lumOff val="25000"/>
                          </a:schemeClr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ko-KR" altLang="en-US" sz="1000" b="0" kern="1200" dirty="0">
                        <a:ln>
                          <a:solidFill>
                            <a:schemeClr val="bg1">
                              <a:lumMod val="75000"/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36625" rtl="0" eaLnBrk="1" fontAlgn="base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ct val="0"/>
                        </a:spcAft>
                        <a:buClr>
                          <a:schemeClr val="tx1">
                            <a:lumMod val="75000"/>
                            <a:lumOff val="25000"/>
                          </a:schemeClr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ko-KR" altLang="en-US" sz="1000" b="0" kern="1200" dirty="0">
                        <a:ln>
                          <a:solidFill>
                            <a:schemeClr val="bg1">
                              <a:lumMod val="75000"/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36625" rtl="0" eaLnBrk="1" fontAlgn="base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ct val="0"/>
                        </a:spcAft>
                        <a:buClr>
                          <a:schemeClr val="tx1">
                            <a:lumMod val="75000"/>
                            <a:lumOff val="25000"/>
                          </a:schemeClr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ko-KR" altLang="en-US" sz="1000" b="0" kern="1200" dirty="0">
                        <a:ln>
                          <a:solidFill>
                            <a:schemeClr val="bg1">
                              <a:lumMod val="75000"/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36625" rtl="0" eaLnBrk="1" fontAlgn="base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ct val="0"/>
                        </a:spcAft>
                        <a:buClr>
                          <a:schemeClr val="tx1">
                            <a:lumMod val="75000"/>
                            <a:lumOff val="25000"/>
                          </a:schemeClr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ko-KR" altLang="en-US" sz="1000" b="0" kern="1200" dirty="0">
                        <a:ln>
                          <a:solidFill>
                            <a:schemeClr val="bg1">
                              <a:lumMod val="75000"/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36625" rtl="0" eaLnBrk="1" fontAlgn="base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ct val="0"/>
                        </a:spcAft>
                        <a:buClr>
                          <a:schemeClr val="tx1">
                            <a:lumMod val="75000"/>
                            <a:lumOff val="25000"/>
                          </a:schemeClr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ko-KR" altLang="en-US" sz="1000" b="0" kern="1200" dirty="0">
                        <a:ln>
                          <a:solidFill>
                            <a:schemeClr val="bg1">
                              <a:lumMod val="75000"/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36625" rtl="0" eaLnBrk="1" fontAlgn="base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ct val="0"/>
                        </a:spcAft>
                        <a:buClr>
                          <a:schemeClr val="tx1">
                            <a:lumMod val="75000"/>
                            <a:lumOff val="25000"/>
                          </a:schemeClr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ko-KR" altLang="en-US" sz="1000" b="0" kern="1200" dirty="0">
                        <a:ln>
                          <a:solidFill>
                            <a:schemeClr val="bg1">
                              <a:lumMod val="75000"/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36625" rtl="0" eaLnBrk="1" fontAlgn="base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ct val="0"/>
                        </a:spcAft>
                        <a:buClr>
                          <a:schemeClr val="tx1">
                            <a:lumMod val="75000"/>
                            <a:lumOff val="25000"/>
                          </a:schemeClr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ko-KR" altLang="en-US" sz="1000" b="0" kern="1200" dirty="0">
                        <a:ln>
                          <a:solidFill>
                            <a:schemeClr val="bg1">
                              <a:lumMod val="75000"/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41912993"/>
                  </a:ext>
                </a:extLst>
              </a:tr>
              <a:tr h="360040">
                <a:tc>
                  <a:txBody>
                    <a:bodyPr/>
                    <a:lstStyle/>
                    <a:p>
                      <a:pPr marL="0" marR="0" lvl="0" indent="0" algn="ctr" defTabSz="936625" rtl="0" eaLnBrk="1" fontAlgn="base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ct val="0"/>
                        </a:spcAft>
                        <a:buClr>
                          <a:schemeClr val="tx1">
                            <a:lumMod val="75000"/>
                            <a:lumOff val="25000"/>
                          </a:schemeClr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ko-KR" altLang="en-US" sz="1000" b="0" kern="1200" dirty="0">
                        <a:ln>
                          <a:solidFill>
                            <a:schemeClr val="bg1">
                              <a:lumMod val="75000"/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rgbClr val="96A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36625" rtl="0" eaLnBrk="1" fontAlgn="base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ct val="0"/>
                        </a:spcAft>
                        <a:buClr>
                          <a:schemeClr val="tx1">
                            <a:lumMod val="75000"/>
                            <a:lumOff val="25000"/>
                          </a:schemeClr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ko-KR" altLang="en-US" sz="1000" b="0" kern="1200" dirty="0">
                        <a:ln>
                          <a:solidFill>
                            <a:schemeClr val="bg1">
                              <a:lumMod val="75000"/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36625" rtl="0" eaLnBrk="1" fontAlgn="base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ct val="0"/>
                        </a:spcAft>
                        <a:buClr>
                          <a:schemeClr val="tx1">
                            <a:lumMod val="75000"/>
                            <a:lumOff val="25000"/>
                          </a:schemeClr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ko-KR" altLang="en-US" sz="1000" b="0" kern="1200" dirty="0">
                        <a:ln>
                          <a:solidFill>
                            <a:schemeClr val="bg1">
                              <a:lumMod val="75000"/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36625" rtl="0" eaLnBrk="1" fontAlgn="base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ct val="0"/>
                        </a:spcAft>
                        <a:buClr>
                          <a:schemeClr val="tx1">
                            <a:lumMod val="75000"/>
                            <a:lumOff val="25000"/>
                          </a:schemeClr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ko-KR" altLang="en-US" sz="1000" b="0" kern="1200" dirty="0">
                        <a:ln>
                          <a:solidFill>
                            <a:schemeClr val="bg1">
                              <a:lumMod val="75000"/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36625" rtl="0" eaLnBrk="1" fontAlgn="base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ct val="0"/>
                        </a:spcAft>
                        <a:buClr>
                          <a:schemeClr val="tx1">
                            <a:lumMod val="75000"/>
                            <a:lumOff val="25000"/>
                          </a:schemeClr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ko-KR" altLang="en-US" sz="1000" b="0" kern="1200" dirty="0">
                        <a:ln>
                          <a:solidFill>
                            <a:schemeClr val="bg1">
                              <a:lumMod val="75000"/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36625" rtl="0" eaLnBrk="1" fontAlgn="base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ct val="0"/>
                        </a:spcAft>
                        <a:buClr>
                          <a:schemeClr val="tx1">
                            <a:lumMod val="75000"/>
                            <a:lumOff val="25000"/>
                          </a:schemeClr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ko-KR" altLang="en-US" sz="1000" b="0" kern="1200" dirty="0">
                        <a:ln>
                          <a:solidFill>
                            <a:schemeClr val="bg1">
                              <a:lumMod val="75000"/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36625" rtl="0" eaLnBrk="1" fontAlgn="base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ct val="0"/>
                        </a:spcAft>
                        <a:buClr>
                          <a:schemeClr val="tx1">
                            <a:lumMod val="75000"/>
                            <a:lumOff val="25000"/>
                          </a:schemeClr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ko-KR" altLang="en-US" sz="1000" b="0" kern="1200" dirty="0">
                        <a:ln>
                          <a:solidFill>
                            <a:schemeClr val="bg1">
                              <a:lumMod val="75000"/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36625" rtl="0" eaLnBrk="1" fontAlgn="base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ct val="0"/>
                        </a:spcAft>
                        <a:buClr>
                          <a:schemeClr val="tx1">
                            <a:lumMod val="75000"/>
                            <a:lumOff val="25000"/>
                          </a:schemeClr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ko-KR" altLang="en-US" sz="1000" b="0" kern="1200" dirty="0">
                        <a:ln>
                          <a:solidFill>
                            <a:schemeClr val="bg1">
                              <a:lumMod val="75000"/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36625" rtl="0" eaLnBrk="1" fontAlgn="base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ct val="0"/>
                        </a:spcAft>
                        <a:buClr>
                          <a:schemeClr val="tx1">
                            <a:lumMod val="75000"/>
                            <a:lumOff val="25000"/>
                          </a:schemeClr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ko-KR" altLang="en-US" sz="1000" b="0" kern="1200" dirty="0">
                        <a:ln>
                          <a:solidFill>
                            <a:schemeClr val="bg1">
                              <a:lumMod val="75000"/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36625" rtl="0" eaLnBrk="1" fontAlgn="base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ct val="0"/>
                        </a:spcAft>
                        <a:buClr>
                          <a:schemeClr val="tx1">
                            <a:lumMod val="75000"/>
                            <a:lumOff val="25000"/>
                          </a:schemeClr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ko-KR" altLang="en-US" sz="1000" b="0" kern="1200" dirty="0">
                        <a:ln>
                          <a:solidFill>
                            <a:schemeClr val="bg1">
                              <a:lumMod val="75000"/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7260010"/>
                  </a:ext>
                </a:extLst>
              </a:tr>
              <a:tr h="432048">
                <a:tc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rgbClr val="96A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0407810"/>
                  </a:ext>
                </a:extLst>
              </a:tr>
              <a:tr h="432048">
                <a:tc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rgbClr val="96A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B9C4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69922909"/>
                  </a:ext>
                </a:extLst>
              </a:tr>
            </a:tbl>
          </a:graphicData>
        </a:graphic>
      </p:graphicFrame>
      <p:sp>
        <p:nvSpPr>
          <p:cNvPr id="63" name="직사각형 62">
            <a:extLst>
              <a:ext uri="{FF2B5EF4-FFF2-40B4-BE49-F238E27FC236}">
                <a16:creationId xmlns:a16="http://schemas.microsoft.com/office/drawing/2014/main" id="{84CE72EE-92A6-4611-8B67-D338BCC15E02}"/>
              </a:ext>
            </a:extLst>
          </p:cNvPr>
          <p:cNvSpPr/>
          <p:nvPr/>
        </p:nvSpPr>
        <p:spPr>
          <a:xfrm>
            <a:off x="415924" y="335141"/>
            <a:ext cx="6337275" cy="523220"/>
          </a:xfrm>
          <a:prstGeom prst="rect">
            <a:avLst/>
          </a:prstGeom>
        </p:spPr>
        <p:txBody>
          <a:bodyPr wrap="square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marL="0" lvl="1" indent="-85725" algn="l" latinLnBrk="0">
              <a:spcBef>
                <a:spcPct val="0"/>
              </a:spcBef>
              <a:buClr>
                <a:srgbClr val="008400"/>
              </a:buClr>
              <a:buSzPct val="140000"/>
              <a:tabLst>
                <a:tab pos="5645238" algn="l"/>
              </a:tabLst>
              <a:defRPr/>
            </a:pPr>
            <a:r>
              <a:rPr lang="en-US" altLang="ko-KR" sz="2800" spc="-149" dirty="0"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Monotype Sorts"/>
              </a:rPr>
              <a:t>2. </a:t>
            </a:r>
            <a:r>
              <a:rPr lang="ko-KR" altLang="en-US" sz="2800" spc="-149" dirty="0"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Monotype Sorts"/>
              </a:rPr>
              <a:t>추진일정 및 세부계획</a:t>
            </a:r>
          </a:p>
        </p:txBody>
      </p:sp>
      <p:sp>
        <p:nvSpPr>
          <p:cNvPr id="70" name="Text Box 150"/>
          <p:cNvSpPr txBox="1">
            <a:spLocks noChangeArrowheads="1"/>
          </p:cNvSpPr>
          <p:nvPr/>
        </p:nvSpPr>
        <p:spPr bwMode="auto">
          <a:xfrm>
            <a:off x="8527150" y="6400619"/>
            <a:ext cx="1255116" cy="13849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  <a:scene3d>
              <a:camera prst="orthographicFront"/>
              <a:lightRig rig="threePt" dir="t"/>
            </a:scene3d>
            <a:sp3d>
              <a:bevelT w="0"/>
            </a:sp3d>
          </a:bodyPr>
          <a:lstStyle>
            <a:lvl1pPr eaLnBrk="0" hangingPunct="0">
              <a:defRPr kumimoji="1" sz="1300">
                <a:solidFill>
                  <a:schemeClr val="tx1"/>
                </a:solidFill>
                <a:latin typeface="Book Antiqua" pitchFamily="18" charset="0"/>
                <a:ea typeface="바탕체" pitchFamily="17" charset="-127"/>
              </a:defRPr>
            </a:lvl1pPr>
            <a:lvl2pPr marL="742950" indent="-285750" eaLnBrk="0" hangingPunct="0">
              <a:defRPr kumimoji="1" sz="1300">
                <a:solidFill>
                  <a:schemeClr val="tx1"/>
                </a:solidFill>
                <a:latin typeface="Book Antiqua" pitchFamily="18" charset="0"/>
                <a:ea typeface="바탕체" pitchFamily="17" charset="-127"/>
              </a:defRPr>
            </a:lvl2pPr>
            <a:lvl3pPr marL="1143000" indent="-228600" eaLnBrk="0" hangingPunct="0">
              <a:defRPr kumimoji="1" sz="1300">
                <a:solidFill>
                  <a:schemeClr val="tx1"/>
                </a:solidFill>
                <a:latin typeface="Book Antiqua" pitchFamily="18" charset="0"/>
                <a:ea typeface="바탕체" pitchFamily="17" charset="-127"/>
              </a:defRPr>
            </a:lvl3pPr>
            <a:lvl4pPr marL="1600200" indent="-228600" eaLnBrk="0" hangingPunct="0">
              <a:defRPr kumimoji="1" sz="1300">
                <a:solidFill>
                  <a:schemeClr val="tx1"/>
                </a:solidFill>
                <a:latin typeface="Book Antiqua" pitchFamily="18" charset="0"/>
                <a:ea typeface="바탕체" pitchFamily="17" charset="-127"/>
              </a:defRPr>
            </a:lvl4pPr>
            <a:lvl5pPr marL="2057400" indent="-228600" eaLnBrk="0" hangingPunct="0">
              <a:defRPr kumimoji="1" sz="1300">
                <a:solidFill>
                  <a:schemeClr val="tx1"/>
                </a:solidFill>
                <a:latin typeface="Book Antiqua" pitchFamily="18" charset="0"/>
                <a:ea typeface="바탕체" pitchFamily="17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300">
                <a:solidFill>
                  <a:schemeClr val="tx1"/>
                </a:solidFill>
                <a:latin typeface="Book Antiqua" pitchFamily="18" charset="0"/>
                <a:ea typeface="바탕체" pitchFamily="17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300">
                <a:solidFill>
                  <a:schemeClr val="tx1"/>
                </a:solidFill>
                <a:latin typeface="Book Antiqua" pitchFamily="18" charset="0"/>
                <a:ea typeface="바탕체" pitchFamily="17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300">
                <a:solidFill>
                  <a:schemeClr val="tx1"/>
                </a:solidFill>
                <a:latin typeface="Book Antiqua" pitchFamily="18" charset="0"/>
                <a:ea typeface="바탕체" pitchFamily="17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300">
                <a:solidFill>
                  <a:schemeClr val="tx1"/>
                </a:solidFill>
                <a:latin typeface="Book Antiqua" pitchFamily="18" charset="0"/>
                <a:ea typeface="바탕체" pitchFamily="17" charset="-127"/>
              </a:defRPr>
            </a:lvl9pPr>
          </a:lstStyle>
          <a:p>
            <a:pPr algn="l" defTabSz="1053657" eaLnBrk="1" hangingPunct="1">
              <a:spcBef>
                <a:spcPct val="0"/>
              </a:spcBef>
              <a:defRPr/>
            </a:pPr>
            <a:r>
              <a:rPr lang="en-US" altLang="ko-KR" sz="900" spc="-100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※ </a:t>
            </a:r>
            <a:r>
              <a:rPr lang="ko-KR" altLang="en-US" sz="900" spc="-10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추진일정은 변경될 </a:t>
            </a:r>
            <a:r>
              <a:rPr lang="ko-KR" altLang="en-US" sz="900" spc="-100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수 있음</a:t>
            </a:r>
            <a:r>
              <a:rPr lang="en-US" altLang="ko-KR" sz="900" spc="-100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, </a:t>
            </a:r>
            <a:endParaRPr lang="ko-KR" altLang="en-US" sz="900" spc="-100" dirty="0">
              <a:latin typeface="KoPub돋움체 Medium" panose="02020603020101020101" pitchFamily="18" charset="-127"/>
              <a:ea typeface="KoPub돋움체 Medium" panose="02020603020101020101" pitchFamily="18" charset="-127"/>
            </a:endParaRPr>
          </a:p>
        </p:txBody>
      </p:sp>
      <p:graphicFrame>
        <p:nvGraphicFramePr>
          <p:cNvPr id="5" name="표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9126288"/>
              </p:ext>
            </p:extLst>
          </p:nvPr>
        </p:nvGraphicFramePr>
        <p:xfrm>
          <a:off x="276228" y="1119413"/>
          <a:ext cx="3931171" cy="5261915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4097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9019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66500">
                <a:tc gridSpan="2">
                  <a:txBody>
                    <a:bodyPr/>
                    <a:lstStyle/>
                    <a:p>
                      <a:pPr marL="0" marR="0" lvl="1" indent="0" algn="r" defTabSz="1043056" rtl="0" eaLnBrk="1" fontAlgn="base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prstClr val="black">
                            <a:lumMod val="75000"/>
                            <a:lumOff val="25000"/>
                          </a:prstClr>
                        </a:buClr>
                        <a:buSzPct val="90000"/>
                        <a:buFont typeface="Wingdings" pitchFamily="2" charset="2"/>
                        <a:buNone/>
                        <a:tabLst>
                          <a:tab pos="5005285" algn="l"/>
                        </a:tabLst>
                        <a:defRPr/>
                      </a:pPr>
                      <a:r>
                        <a:rPr lang="ko-KR" altLang="en-US" sz="1200" b="0" kern="1200" spc="-100" baseline="0" dirty="0">
                          <a:gradFill>
                            <a:gsLst>
                              <a:gs pos="0">
                                <a:schemeClr val="tx1">
                                  <a:lumMod val="85000"/>
                                  <a:lumOff val="15000"/>
                                </a:schemeClr>
                              </a:gs>
                              <a:gs pos="100000">
                                <a:schemeClr val="tx1">
                                  <a:lumMod val="85000"/>
                                  <a:lumOff val="15000"/>
                                </a:schemeClr>
                              </a:gs>
                            </a:gsLst>
                            <a:lin ang="5400000" scaled="1"/>
                          </a:gradFill>
                          <a:latin typeface="KoPub돋움체 Bold" pitchFamily="2" charset="-127"/>
                          <a:ea typeface="KoPub돋움체 Bold" pitchFamily="2" charset="-127"/>
                          <a:cs typeface="+mn-cs"/>
                        </a:rPr>
                        <a:t> 개월  </a:t>
                      </a:r>
                    </a:p>
                    <a:p>
                      <a:pPr marL="0" marR="0" lvl="1" indent="0" algn="l" defTabSz="1043056" rtl="0" eaLnBrk="1" fontAlgn="base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prstClr val="black">
                            <a:lumMod val="75000"/>
                            <a:lumOff val="25000"/>
                          </a:prstClr>
                        </a:buClr>
                        <a:buSzPct val="90000"/>
                        <a:buFont typeface="Wingdings" pitchFamily="2" charset="2"/>
                        <a:buNone/>
                        <a:tabLst>
                          <a:tab pos="5005285" algn="l"/>
                        </a:tabLst>
                        <a:defRPr/>
                      </a:pPr>
                      <a:r>
                        <a:rPr lang="ko-KR" altLang="en-US" sz="1200" b="0" kern="1200" spc="-100" baseline="0" dirty="0">
                          <a:gradFill>
                            <a:gsLst>
                              <a:gs pos="0">
                                <a:schemeClr val="tx1">
                                  <a:lumMod val="85000"/>
                                  <a:lumOff val="15000"/>
                                </a:schemeClr>
                              </a:gs>
                              <a:gs pos="100000">
                                <a:schemeClr val="tx1">
                                  <a:lumMod val="85000"/>
                                  <a:lumOff val="15000"/>
                                </a:schemeClr>
                              </a:gs>
                            </a:gsLst>
                            <a:lin ang="5400000" scaled="1"/>
                          </a:gradFill>
                          <a:latin typeface="KoPub돋움체 Bold" pitchFamily="2" charset="-127"/>
                          <a:ea typeface="KoPub돋움체 Bold" pitchFamily="2" charset="-127"/>
                          <a:cs typeface="+mn-cs"/>
                        </a:rPr>
                        <a:t>공 종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2F559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CE4F4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3124">
                <a:tc rowSpan="3"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tx1">
                            <a:lumMod val="75000"/>
                            <a:lumOff val="25000"/>
                          </a:schemeClr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lang="ko-KR" altLang="en-US" sz="1400" kern="0" spc="-100" dirty="0">
                          <a:ln>
                            <a:solidFill>
                              <a:srgbClr val="5B9BD5">
                                <a:alpha val="0"/>
                              </a:srgbClr>
                            </a:solidFill>
                          </a:ln>
                          <a:solidFill>
                            <a:sysClr val="window" lastClr="FFFFFF"/>
                          </a:solidFill>
                          <a:latin typeface="KoPub돋움체 Bold"/>
                          <a:ea typeface="KoPub돋움체 Bold"/>
                          <a:cs typeface="+mn-cs"/>
                        </a:rPr>
                        <a:t>지자기 관측망 확대 방안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96A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6A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marL="108000" marR="0" lvl="1" indent="-108000" algn="l" defTabSz="1043056" rtl="0" eaLnBrk="1" fontAlgn="base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tx1">
                            <a:lumMod val="65000"/>
                            <a:lumOff val="35000"/>
                          </a:schemeClr>
                        </a:buClr>
                        <a:buSzPct val="100000"/>
                        <a:buFont typeface="Arial" panose="020B0604020202020204" pitchFamily="34" charset="0"/>
                        <a:buChar char="•"/>
                        <a:tabLst>
                          <a:tab pos="5645270" algn="l"/>
                        </a:tabLst>
                        <a:defRPr/>
                      </a:pPr>
                      <a:r>
                        <a:rPr lang="ko-KR" altLang="en-US" sz="1100" b="0" kern="1200" spc="-100" baseline="0" dirty="0">
                          <a:gradFill>
                            <a:gsLst>
                              <a:gs pos="0">
                                <a:schemeClr val="tx1">
                                  <a:lumMod val="85000"/>
                                  <a:lumOff val="15000"/>
                                </a:schemeClr>
                              </a:gs>
                              <a:gs pos="100000">
                                <a:schemeClr val="tx1">
                                  <a:lumMod val="85000"/>
                                  <a:lumOff val="15000"/>
                                </a:schemeClr>
                              </a:gs>
                            </a:gsLst>
                            <a:lin ang="5400000" scaled="1"/>
                          </a:gradFill>
                          <a:latin typeface="KoPub돋움체 Bold" panose="00000800000000000000" pitchFamily="2" charset="-127"/>
                          <a:ea typeface="KoPub돋움체 Bold" panose="00000800000000000000" pitchFamily="2" charset="-127"/>
                          <a:cs typeface="+mn-cs"/>
                        </a:rPr>
                        <a:t>관측망 확대 및 유지관리 방안</a:t>
                      </a:r>
                    </a:p>
                  </a:txBody>
                  <a:tcPr anchor="ctr">
                    <a:lnL w="3175" cap="flat" cmpd="sng" algn="ctr">
                      <a:solidFill>
                        <a:srgbClr val="96A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96A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1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6A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4928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108000" marR="0" lvl="1" indent="-108000" algn="l" defTabSz="1043056" rtl="0" eaLnBrk="1" fontAlgn="base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tx1">
                            <a:lumMod val="65000"/>
                            <a:lumOff val="35000"/>
                          </a:schemeClr>
                        </a:buClr>
                        <a:buSzPct val="100000"/>
                        <a:buFont typeface="Arial" panose="020B0604020202020204" pitchFamily="34" charset="0"/>
                        <a:buChar char="•"/>
                        <a:tabLst>
                          <a:tab pos="5645270" algn="l"/>
                        </a:tabLst>
                        <a:defRPr/>
                      </a:pPr>
                      <a:r>
                        <a:rPr lang="ko-KR" altLang="en-US" sz="1100" b="0" kern="1200" spc="-100" baseline="0" dirty="0">
                          <a:gradFill>
                            <a:gsLst>
                              <a:gs pos="0">
                                <a:schemeClr val="tx1">
                                  <a:lumMod val="85000"/>
                                  <a:lumOff val="15000"/>
                                </a:schemeClr>
                              </a:gs>
                              <a:gs pos="100000">
                                <a:schemeClr val="tx1">
                                  <a:lumMod val="85000"/>
                                  <a:lumOff val="15000"/>
                                </a:schemeClr>
                              </a:gs>
                            </a:gsLst>
                            <a:lin ang="5400000" scaled="1"/>
                          </a:gradFill>
                          <a:latin typeface="KoPub돋움체 Bold" panose="00000800000000000000" pitchFamily="2" charset="-127"/>
                          <a:ea typeface="KoPub돋움체 Bold" panose="00000800000000000000" pitchFamily="2" charset="-127"/>
                          <a:cs typeface="+mn-cs"/>
                        </a:rPr>
                        <a:t>관측망 확대 입지 분석 및 </a:t>
                      </a:r>
                      <a:r>
                        <a:rPr lang="ko-KR" altLang="en-US" sz="1100" b="0" kern="1200" spc="-100" baseline="0" dirty="0" err="1">
                          <a:gradFill>
                            <a:gsLst>
                              <a:gs pos="0">
                                <a:schemeClr val="tx1">
                                  <a:lumMod val="85000"/>
                                  <a:lumOff val="15000"/>
                                </a:schemeClr>
                              </a:gs>
                              <a:gs pos="100000">
                                <a:schemeClr val="tx1">
                                  <a:lumMod val="85000"/>
                                  <a:lumOff val="15000"/>
                                </a:schemeClr>
                              </a:gs>
                            </a:gsLst>
                            <a:lin ang="5400000" scaled="1"/>
                          </a:gradFill>
                          <a:latin typeface="KoPub돋움체 Bold" panose="00000800000000000000" pitchFamily="2" charset="-127"/>
                          <a:ea typeface="KoPub돋움체 Bold" panose="00000800000000000000" pitchFamily="2" charset="-127"/>
                          <a:cs typeface="+mn-cs"/>
                        </a:rPr>
                        <a:t>표지설치</a:t>
                      </a:r>
                      <a:endParaRPr lang="ko-KR" altLang="en-US" sz="1100" b="0" kern="1200" spc="-100" baseline="0" dirty="0">
                        <a:gradFill>
                          <a:gsLst>
                            <a:gs pos="0">
                              <a:schemeClr val="tx1">
                                <a:lumMod val="85000"/>
                                <a:lumOff val="15000"/>
                              </a:schemeClr>
                            </a:gs>
                            <a:gs pos="100000">
                              <a:schemeClr val="tx1">
                                <a:lumMod val="85000"/>
                                <a:lumOff val="15000"/>
                              </a:schemeClr>
                            </a:gs>
                          </a:gsLst>
                          <a:lin ang="5400000" scaled="1"/>
                        </a:gradFill>
                        <a:latin typeface="KoPub돋움체 Bold" panose="00000800000000000000" pitchFamily="2" charset="-127"/>
                        <a:ea typeface="KoPub돋움체 Bold" panose="00000800000000000000" pitchFamily="2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96A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96A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96A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6A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96678849"/>
                  </a:ext>
                </a:extLst>
              </a:tr>
              <a:tr h="324928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108000" marR="0" lvl="1" indent="-108000" algn="l" defTabSz="1043056" rtl="0" eaLnBrk="1" fontAlgn="base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tx1">
                            <a:lumMod val="65000"/>
                            <a:lumOff val="35000"/>
                          </a:schemeClr>
                        </a:buClr>
                        <a:buSzPct val="100000"/>
                        <a:buFont typeface="Arial" panose="020B0604020202020204" pitchFamily="34" charset="0"/>
                        <a:buChar char="•"/>
                        <a:tabLst>
                          <a:tab pos="5645270" algn="l"/>
                        </a:tabLst>
                        <a:defRPr/>
                      </a:pPr>
                      <a:r>
                        <a:rPr lang="ko-KR" altLang="en-US" sz="1100" b="0" kern="1200" spc="-100" baseline="0" dirty="0">
                          <a:gradFill>
                            <a:gsLst>
                              <a:gs pos="0">
                                <a:schemeClr val="tx1">
                                  <a:lumMod val="85000"/>
                                  <a:lumOff val="15000"/>
                                </a:schemeClr>
                              </a:gs>
                              <a:gs pos="100000">
                                <a:schemeClr val="tx1">
                                  <a:lumMod val="85000"/>
                                  <a:lumOff val="15000"/>
                                </a:schemeClr>
                              </a:gs>
                            </a:gsLst>
                            <a:lin ang="5400000" scaled="1"/>
                          </a:gradFill>
                          <a:latin typeface="KoPub돋움체 Bold" panose="00000800000000000000" pitchFamily="2" charset="-127"/>
                          <a:ea typeface="KoPub돋움체 Bold" panose="00000800000000000000" pitchFamily="2" charset="-127"/>
                          <a:cs typeface="+mn-cs"/>
                        </a:rPr>
                        <a:t>지자기 측량 장비 검 </a:t>
                      </a:r>
                      <a:r>
                        <a:rPr lang="en-US" altLang="ko-KR" sz="1100" b="0" kern="1200" spc="-100" baseline="0" dirty="0">
                          <a:gradFill>
                            <a:gsLst>
                              <a:gs pos="0">
                                <a:schemeClr val="tx1">
                                  <a:lumMod val="85000"/>
                                  <a:lumOff val="15000"/>
                                </a:schemeClr>
                              </a:gs>
                              <a:gs pos="100000">
                                <a:schemeClr val="tx1">
                                  <a:lumMod val="85000"/>
                                  <a:lumOff val="15000"/>
                                </a:schemeClr>
                              </a:gs>
                            </a:gsLst>
                            <a:lin ang="5400000" scaled="1"/>
                          </a:gradFill>
                          <a:latin typeface="KoPub돋움체 Bold" panose="00000800000000000000" pitchFamily="2" charset="-127"/>
                          <a:ea typeface="KoPub돋움체 Bold" panose="00000800000000000000" pitchFamily="2" charset="-127"/>
                          <a:cs typeface="+mn-cs"/>
                        </a:rPr>
                        <a:t>·</a:t>
                      </a:r>
                      <a:r>
                        <a:rPr lang="ko-KR" altLang="en-US" sz="1100" b="0" kern="1200" spc="-100" baseline="0" dirty="0">
                          <a:gradFill>
                            <a:gsLst>
                              <a:gs pos="0">
                                <a:schemeClr val="tx1">
                                  <a:lumMod val="85000"/>
                                  <a:lumOff val="15000"/>
                                </a:schemeClr>
                              </a:gs>
                              <a:gs pos="100000">
                                <a:schemeClr val="tx1">
                                  <a:lumMod val="85000"/>
                                  <a:lumOff val="15000"/>
                                </a:schemeClr>
                              </a:gs>
                            </a:gsLst>
                            <a:lin ang="5400000" scaled="1"/>
                          </a:gradFill>
                          <a:latin typeface="KoPub돋움체 Bold" panose="00000800000000000000" pitchFamily="2" charset="-127"/>
                          <a:ea typeface="KoPub돋움체 Bold" panose="00000800000000000000" pitchFamily="2" charset="-127"/>
                          <a:cs typeface="+mn-cs"/>
                        </a:rPr>
                        <a:t>교정 방안 마련</a:t>
                      </a:r>
                    </a:p>
                  </a:txBody>
                  <a:tcPr anchor="ctr">
                    <a:lnL w="3175" cap="flat" cmpd="sng" algn="ctr">
                      <a:solidFill>
                        <a:srgbClr val="96A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96A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96A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6A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9913">
                <a:tc rowSpan="3">
                  <a:txBody>
                    <a:bodyPr/>
                    <a:lstStyle/>
                    <a:p>
                      <a:pPr marL="0" marR="0" lvl="0" indent="0" algn="ctr" defTabSz="936625" rtl="0" eaLnBrk="1" fontAlgn="base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ct val="0"/>
                        </a:spcAft>
                        <a:buClr>
                          <a:schemeClr val="tx1">
                            <a:lumMod val="75000"/>
                            <a:lumOff val="25000"/>
                          </a:schemeClr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lang="ko-KR" altLang="en-US" sz="1400" kern="0" spc="-100" noProof="0" dirty="0">
                          <a:ln>
                            <a:solidFill>
                              <a:srgbClr val="5B9BD5">
                                <a:alpha val="0"/>
                              </a:srgbClr>
                            </a:solidFill>
                          </a:ln>
                          <a:solidFill>
                            <a:sysClr val="window" lastClr="FFFFFF"/>
                          </a:solidFill>
                          <a:latin typeface="KoPub돋움체 Bold"/>
                          <a:ea typeface="KoPub돋움체 Bold"/>
                          <a:cs typeface="+mn-cs"/>
                        </a:rPr>
                        <a:t>지자기 모델</a:t>
                      </a:r>
                      <a:endParaRPr lang="en-US" altLang="ko-KR" sz="1400" kern="0" spc="-100" noProof="0" dirty="0">
                        <a:ln>
                          <a:solidFill>
                            <a:srgbClr val="5B9BD5">
                              <a:alpha val="0"/>
                            </a:srgbClr>
                          </a:solidFill>
                        </a:ln>
                        <a:solidFill>
                          <a:sysClr val="window" lastClr="FFFFFF"/>
                        </a:solidFill>
                        <a:latin typeface="KoPub돋움체 Bold"/>
                        <a:ea typeface="KoPub돋움체 Bold"/>
                        <a:cs typeface="+mn-cs"/>
                      </a:endParaRPr>
                    </a:p>
                    <a:p>
                      <a:pPr marL="0" marR="0" lvl="0" indent="0" algn="ctr" defTabSz="936625" rtl="0" eaLnBrk="1" fontAlgn="base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ct val="0"/>
                        </a:spcAft>
                        <a:buClr>
                          <a:schemeClr val="tx1">
                            <a:lumMod val="75000"/>
                            <a:lumOff val="25000"/>
                          </a:schemeClr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lang="ko-KR" altLang="en-US" sz="1400" kern="0" spc="-100" noProof="0" dirty="0">
                          <a:ln>
                            <a:solidFill>
                              <a:srgbClr val="5B9BD5">
                                <a:alpha val="0"/>
                              </a:srgbClr>
                            </a:solidFill>
                          </a:ln>
                          <a:solidFill>
                            <a:sysClr val="window" lastClr="FFFFFF"/>
                          </a:solidFill>
                          <a:latin typeface="KoPub돋움체 Bold"/>
                          <a:ea typeface="KoPub돋움체 Bold"/>
                          <a:cs typeface="+mn-cs"/>
                        </a:rPr>
                        <a:t> 구축 방안</a:t>
                      </a:r>
                      <a:endParaRPr lang="en-US" altLang="ko-KR" sz="1400" kern="0" spc="-100" noProof="0" dirty="0">
                        <a:ln>
                          <a:solidFill>
                            <a:srgbClr val="5B9BD5">
                              <a:alpha val="0"/>
                            </a:srgbClr>
                          </a:solidFill>
                        </a:ln>
                        <a:solidFill>
                          <a:sysClr val="window" lastClr="FFFFFF"/>
                        </a:solidFill>
                        <a:latin typeface="KoPub돋움체 Bold"/>
                        <a:ea typeface="KoPub돋움체 Bold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96A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96A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6A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marL="108000" marR="0" lvl="1" indent="-108000" algn="l" defTabSz="1043056" rtl="0" eaLnBrk="1" fontAlgn="base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tx1">
                            <a:lumMod val="65000"/>
                            <a:lumOff val="35000"/>
                          </a:schemeClr>
                        </a:buClr>
                        <a:buSzPct val="100000"/>
                        <a:buFont typeface="Arial" panose="020B0604020202020204" pitchFamily="34" charset="0"/>
                        <a:buChar char="•"/>
                        <a:tabLst>
                          <a:tab pos="5645270" algn="l"/>
                        </a:tabLst>
                        <a:defRPr/>
                      </a:pPr>
                      <a:r>
                        <a:rPr lang="ko-KR" altLang="en-US" sz="1100" b="0" kern="1200" spc="-100" baseline="0" dirty="0">
                          <a:gradFill>
                            <a:gsLst>
                              <a:gs pos="0">
                                <a:schemeClr val="tx1">
                                  <a:lumMod val="85000"/>
                                  <a:lumOff val="15000"/>
                                </a:schemeClr>
                              </a:gs>
                              <a:gs pos="100000">
                                <a:schemeClr val="tx1">
                                  <a:lumMod val="85000"/>
                                  <a:lumOff val="15000"/>
                                </a:schemeClr>
                              </a:gs>
                            </a:gsLst>
                            <a:lin ang="5400000" scaled="1"/>
                          </a:gradFill>
                          <a:latin typeface="KoPub돋움체 Bold" panose="00000800000000000000" pitchFamily="2" charset="-127"/>
                          <a:ea typeface="KoPub돋움체 Bold" panose="00000800000000000000" pitchFamily="2" charset="-127"/>
                          <a:cs typeface="+mn-cs"/>
                        </a:rPr>
                        <a:t>지자기 모델 구축 유지관리 방안 마련</a:t>
                      </a:r>
                    </a:p>
                  </a:txBody>
                  <a:tcPr anchor="ctr">
                    <a:lnL w="3175" cap="flat" cmpd="sng" algn="ctr">
                      <a:solidFill>
                        <a:srgbClr val="96A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96A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96A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6A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9913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108000" marR="0" lvl="1" indent="-108000" algn="l" defTabSz="1043056" rtl="0" eaLnBrk="1" fontAlgn="base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tx1">
                            <a:lumMod val="65000"/>
                            <a:lumOff val="35000"/>
                          </a:schemeClr>
                        </a:buClr>
                        <a:buSzPct val="100000"/>
                        <a:buFont typeface="Arial" panose="020B0604020202020204" pitchFamily="34" charset="0"/>
                        <a:buChar char="•"/>
                        <a:tabLst>
                          <a:tab pos="5645270" algn="l"/>
                        </a:tabLst>
                        <a:defRPr/>
                      </a:pPr>
                      <a:r>
                        <a:rPr lang="ko-KR" altLang="en-US" sz="1100" b="0" kern="1200" spc="-100" baseline="0" dirty="0">
                          <a:gradFill>
                            <a:gsLst>
                              <a:gs pos="0">
                                <a:schemeClr val="tx1">
                                  <a:lumMod val="85000"/>
                                  <a:lumOff val="15000"/>
                                </a:schemeClr>
                              </a:gs>
                              <a:gs pos="100000">
                                <a:schemeClr val="tx1">
                                  <a:lumMod val="85000"/>
                                  <a:lumOff val="15000"/>
                                </a:schemeClr>
                              </a:gs>
                            </a:gsLst>
                            <a:lin ang="5400000" scaled="1"/>
                          </a:gradFill>
                          <a:latin typeface="KoPub돋움체 Bold" panose="00000800000000000000" pitchFamily="2" charset="-127"/>
                          <a:ea typeface="KoPub돋움체 Bold" panose="00000800000000000000" pitchFamily="2" charset="-127"/>
                          <a:cs typeface="+mn-cs"/>
                        </a:rPr>
                        <a:t>지자기 모델 </a:t>
                      </a:r>
                      <a:r>
                        <a:rPr lang="ko-KR" altLang="en-US" sz="1100" b="0" kern="1200" spc="-100" baseline="0" dirty="0" err="1">
                          <a:gradFill>
                            <a:gsLst>
                              <a:gs pos="0">
                                <a:schemeClr val="tx1">
                                  <a:lumMod val="85000"/>
                                  <a:lumOff val="15000"/>
                                </a:schemeClr>
                              </a:gs>
                              <a:gs pos="100000">
                                <a:schemeClr val="tx1">
                                  <a:lumMod val="85000"/>
                                  <a:lumOff val="15000"/>
                                </a:schemeClr>
                              </a:gs>
                            </a:gsLst>
                            <a:lin ang="5400000" scaled="1"/>
                          </a:gradFill>
                          <a:latin typeface="KoPub돋움체 Bold" panose="00000800000000000000" pitchFamily="2" charset="-127"/>
                          <a:ea typeface="KoPub돋움체 Bold" panose="00000800000000000000" pitchFamily="2" charset="-127"/>
                          <a:cs typeface="+mn-cs"/>
                        </a:rPr>
                        <a:t>시범구축</a:t>
                      </a:r>
                      <a:r>
                        <a:rPr lang="ko-KR" altLang="en-US" sz="1100" b="0" kern="1200" spc="-100" baseline="0" dirty="0">
                          <a:gradFill>
                            <a:gsLst>
                              <a:gs pos="0">
                                <a:schemeClr val="tx1">
                                  <a:lumMod val="85000"/>
                                  <a:lumOff val="15000"/>
                                </a:schemeClr>
                              </a:gs>
                              <a:gs pos="100000">
                                <a:schemeClr val="tx1">
                                  <a:lumMod val="85000"/>
                                  <a:lumOff val="15000"/>
                                </a:schemeClr>
                              </a:gs>
                            </a:gsLst>
                            <a:lin ang="5400000" scaled="1"/>
                          </a:gradFill>
                          <a:latin typeface="KoPub돋움체 Bold" panose="00000800000000000000" pitchFamily="2" charset="-127"/>
                          <a:ea typeface="KoPub돋움체 Bold" panose="00000800000000000000" pitchFamily="2" charset="-127"/>
                          <a:cs typeface="+mn-cs"/>
                        </a:rPr>
                        <a:t> 최적 계산</a:t>
                      </a:r>
                    </a:p>
                  </a:txBody>
                  <a:tcPr anchor="ctr">
                    <a:lnL w="3175" cap="flat" cmpd="sng" algn="ctr">
                      <a:solidFill>
                        <a:srgbClr val="96A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96A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96A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6A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82760232"/>
                  </a:ext>
                </a:extLst>
              </a:tr>
              <a:tr h="389913">
                <a:tc vMerge="1">
                  <a:txBody>
                    <a:bodyPr/>
                    <a:lstStyle/>
                    <a:p>
                      <a:pPr marL="0" marR="0" lvl="0" indent="0" algn="ctr" defTabSz="99569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1050" b="1" i="0" u="none" strike="noStrike" kern="1200" cap="none" spc="0" normalizeH="0" baseline="0" noProof="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rgbClr val="21212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96A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96A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6A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5DBE7"/>
                    </a:solidFill>
                  </a:tcPr>
                </a:tc>
                <a:tc>
                  <a:txBody>
                    <a:bodyPr/>
                    <a:lstStyle/>
                    <a:p>
                      <a:pPr marL="108000" marR="0" lvl="1" indent="-108000" algn="l" defTabSz="1043056" rtl="0" eaLnBrk="1" fontAlgn="base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tx1">
                            <a:lumMod val="65000"/>
                            <a:lumOff val="35000"/>
                          </a:schemeClr>
                        </a:buClr>
                        <a:buSzPct val="100000"/>
                        <a:buFont typeface="Arial" panose="020B0604020202020204" pitchFamily="34" charset="0"/>
                        <a:buChar char="•"/>
                        <a:tabLst>
                          <a:tab pos="5645270" algn="l"/>
                        </a:tabLst>
                        <a:defRPr/>
                      </a:pPr>
                      <a:r>
                        <a:rPr lang="ko-KR" altLang="en-US" sz="1100" b="1" spc="-100" dirty="0">
                          <a:ln>
                            <a:solidFill>
                              <a:srgbClr val="F78E3F">
                                <a:alpha val="0"/>
                              </a:srgb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KoPub돋움체 Bold" panose="00000800000000000000" pitchFamily="2" charset="-127"/>
                          <a:ea typeface="KoPub돋움체 Bold" panose="00000800000000000000" pitchFamily="2" charset="-127"/>
                          <a:cs typeface="굴림" panose="020B0600000101010101" pitchFamily="50" charset="-127"/>
                        </a:rPr>
                        <a:t>알고리즘 분석</a:t>
                      </a:r>
                      <a:r>
                        <a:rPr lang="en-US" altLang="ko-KR" sz="1100" b="1" spc="-100" dirty="0">
                          <a:ln>
                            <a:solidFill>
                              <a:srgbClr val="F78E3F">
                                <a:alpha val="0"/>
                              </a:srgb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KoPub돋움체 Bold" panose="00000800000000000000" pitchFamily="2" charset="-127"/>
                          <a:ea typeface="KoPub돋움체 Bold" panose="00000800000000000000" pitchFamily="2" charset="-127"/>
                          <a:cs typeface="굴림" panose="020B0600000101010101" pitchFamily="50" charset="-127"/>
                        </a:rPr>
                        <a:t>, </a:t>
                      </a:r>
                      <a:r>
                        <a:rPr lang="ko-KR" altLang="en-US" sz="1100" b="1" spc="-100" dirty="0">
                          <a:ln>
                            <a:solidFill>
                              <a:srgbClr val="F78E3F">
                                <a:alpha val="0"/>
                              </a:srgb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KoPub돋움체 Bold" panose="00000800000000000000" pitchFamily="2" charset="-127"/>
                          <a:ea typeface="KoPub돋움체 Bold" panose="00000800000000000000" pitchFamily="2" charset="-127"/>
                          <a:cs typeface="굴림" panose="020B0600000101010101" pitchFamily="50" charset="-127"/>
                        </a:rPr>
                        <a:t>갱신 주기</a:t>
                      </a:r>
                      <a:r>
                        <a:rPr lang="en-US" altLang="ko-KR" sz="1100" b="1" spc="-100" dirty="0">
                          <a:ln>
                            <a:solidFill>
                              <a:srgbClr val="F78E3F">
                                <a:alpha val="0"/>
                              </a:srgb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KoPub돋움체 Bold" panose="00000800000000000000" pitchFamily="2" charset="-127"/>
                          <a:ea typeface="KoPub돋움체 Bold" panose="00000800000000000000" pitchFamily="2" charset="-127"/>
                          <a:cs typeface="굴림" panose="020B0600000101010101" pitchFamily="50" charset="-127"/>
                        </a:rPr>
                        <a:t>·</a:t>
                      </a:r>
                      <a:r>
                        <a:rPr lang="ko-KR" altLang="en-US" sz="1100" b="1" spc="-100" dirty="0">
                          <a:ln>
                            <a:solidFill>
                              <a:srgbClr val="F78E3F">
                                <a:alpha val="0"/>
                              </a:srgb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KoPub돋움체 Bold" panose="00000800000000000000" pitchFamily="2" charset="-127"/>
                          <a:ea typeface="KoPub돋움체 Bold" panose="00000800000000000000" pitchFamily="2" charset="-127"/>
                          <a:cs typeface="굴림" panose="020B0600000101010101" pitchFamily="50" charset="-127"/>
                        </a:rPr>
                        <a:t>절차 마련</a:t>
                      </a:r>
                      <a:endParaRPr lang="ko-KR" altLang="en-US" sz="1100" b="0" kern="1200" spc="-100" baseline="0" dirty="0">
                        <a:gradFill>
                          <a:gsLst>
                            <a:gs pos="0">
                              <a:schemeClr val="tx1">
                                <a:lumMod val="85000"/>
                                <a:lumOff val="15000"/>
                              </a:schemeClr>
                            </a:gs>
                            <a:gs pos="100000">
                              <a:schemeClr val="tx1">
                                <a:lumMod val="85000"/>
                                <a:lumOff val="15000"/>
                              </a:schemeClr>
                            </a:gs>
                          </a:gsLst>
                          <a:lin ang="5400000" scaled="1"/>
                        </a:gradFill>
                        <a:latin typeface="KoPub돋움체 Bold" panose="00000800000000000000" pitchFamily="2" charset="-127"/>
                        <a:ea typeface="KoPub돋움체 Bold" panose="00000800000000000000" pitchFamily="2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96A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96A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96A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6A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24928">
                <a:tc rowSpan="4"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tx1">
                            <a:lumMod val="75000"/>
                            <a:lumOff val="25000"/>
                          </a:schemeClr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lang="ko-KR" altLang="en-US" sz="1400" kern="0" spc="-100" dirty="0">
                          <a:ln>
                            <a:solidFill>
                              <a:srgbClr val="5B9BD5">
                                <a:alpha val="0"/>
                              </a:srgbClr>
                            </a:solidFill>
                          </a:ln>
                          <a:solidFill>
                            <a:sysClr val="window" lastClr="FFFFFF"/>
                          </a:solidFill>
                          <a:latin typeface="KoPub돋움체 Bold"/>
                          <a:ea typeface="KoPub돋움체 Bold"/>
                          <a:cs typeface="+mn-cs"/>
                        </a:rPr>
                        <a:t>사용자 </a:t>
                      </a:r>
                      <a:endParaRPr lang="en-US" altLang="ko-KR" sz="1400" kern="0" spc="-100" dirty="0">
                        <a:ln>
                          <a:solidFill>
                            <a:srgbClr val="5B9BD5">
                              <a:alpha val="0"/>
                            </a:srgbClr>
                          </a:solidFill>
                        </a:ln>
                        <a:solidFill>
                          <a:sysClr val="window" lastClr="FFFFFF"/>
                        </a:solidFill>
                        <a:latin typeface="KoPub돋움체 Bold"/>
                        <a:ea typeface="KoPub돋움체 Bold"/>
                        <a:cs typeface="+mn-cs"/>
                      </a:endParaRPr>
                    </a:p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tx1">
                            <a:lumMod val="75000"/>
                            <a:lumOff val="25000"/>
                          </a:schemeClr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lang="ko-KR" altLang="en-US" sz="1400" kern="0" spc="-100" dirty="0">
                          <a:ln>
                            <a:solidFill>
                              <a:srgbClr val="5B9BD5">
                                <a:alpha val="0"/>
                              </a:srgbClr>
                            </a:solidFill>
                          </a:ln>
                          <a:solidFill>
                            <a:sysClr val="window" lastClr="FFFFFF"/>
                          </a:solidFill>
                          <a:latin typeface="KoPub돋움체 Bold"/>
                          <a:ea typeface="KoPub돋움체 Bold"/>
                          <a:cs typeface="+mn-cs"/>
                        </a:rPr>
                        <a:t>서비스 방안</a:t>
                      </a:r>
                      <a:endParaRPr lang="en-US" altLang="ko-KR" sz="1400" kern="0" spc="-100" dirty="0">
                        <a:ln>
                          <a:solidFill>
                            <a:srgbClr val="5B9BD5">
                              <a:alpha val="0"/>
                            </a:srgbClr>
                          </a:solidFill>
                        </a:ln>
                        <a:solidFill>
                          <a:sysClr val="window" lastClr="FFFFFF"/>
                        </a:solidFill>
                        <a:latin typeface="KoPub돋움체 Bold"/>
                        <a:ea typeface="KoPub돋움체 Bold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96A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96A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6A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marL="108000" marR="0" lvl="1" indent="-108000" algn="l" defTabSz="1043056" rtl="0" eaLnBrk="1" fontAlgn="base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tx1">
                            <a:lumMod val="65000"/>
                            <a:lumOff val="35000"/>
                          </a:schemeClr>
                        </a:buClr>
                        <a:buSzPct val="100000"/>
                        <a:buFont typeface="Arial" panose="020B0604020202020204" pitchFamily="34" charset="0"/>
                        <a:buChar char="•"/>
                        <a:tabLst>
                          <a:tab pos="5645270" algn="l"/>
                        </a:tabLst>
                        <a:defRPr/>
                      </a:pPr>
                      <a:r>
                        <a:rPr lang="ko-KR" altLang="en-US" sz="1100" b="0" kern="1200" spc="-100" baseline="0" dirty="0">
                          <a:gradFill>
                            <a:gsLst>
                              <a:gs pos="0">
                                <a:schemeClr val="tx1">
                                  <a:lumMod val="85000"/>
                                  <a:lumOff val="15000"/>
                                </a:schemeClr>
                              </a:gs>
                              <a:gs pos="100000">
                                <a:schemeClr val="tx1">
                                  <a:lumMod val="85000"/>
                                  <a:lumOff val="15000"/>
                                </a:schemeClr>
                              </a:gs>
                            </a:gsLst>
                            <a:lin ang="5400000" scaled="1"/>
                          </a:gradFill>
                          <a:latin typeface="KoPub돋움체 Bold" panose="00000800000000000000" pitchFamily="2" charset="-127"/>
                          <a:ea typeface="KoPub돋움체 Bold" panose="00000800000000000000" pitchFamily="2" charset="-127"/>
                          <a:cs typeface="+mn-cs"/>
                        </a:rPr>
                        <a:t>국가 지자기 모델 활용 확대 방안</a:t>
                      </a:r>
                    </a:p>
                  </a:txBody>
                  <a:tcPr anchor="ctr">
                    <a:lnL w="3175" cap="flat" cmpd="sng" algn="ctr">
                      <a:solidFill>
                        <a:srgbClr val="96A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96A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96A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6A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90664516"/>
                  </a:ext>
                </a:extLst>
              </a:tr>
              <a:tr h="324928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108000" marR="0" lvl="1" indent="-108000" algn="l" defTabSz="1043056" rtl="0" eaLnBrk="1" fontAlgn="base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tx1">
                            <a:lumMod val="65000"/>
                            <a:lumOff val="35000"/>
                          </a:schemeClr>
                        </a:buClr>
                        <a:buSzPct val="100000"/>
                        <a:buFont typeface="Arial" panose="020B0604020202020204" pitchFamily="34" charset="0"/>
                        <a:buChar char="•"/>
                        <a:tabLst>
                          <a:tab pos="5645270" algn="l"/>
                        </a:tabLst>
                        <a:defRPr/>
                      </a:pPr>
                      <a:r>
                        <a:rPr lang="ko-KR" altLang="en-US" sz="1100" b="0" kern="1200" spc="-100" baseline="0" dirty="0">
                          <a:gradFill>
                            <a:gsLst>
                              <a:gs pos="0">
                                <a:schemeClr val="tx1">
                                  <a:lumMod val="85000"/>
                                  <a:lumOff val="15000"/>
                                </a:schemeClr>
                              </a:gs>
                              <a:gs pos="100000">
                                <a:schemeClr val="tx1">
                                  <a:lumMod val="85000"/>
                                  <a:lumOff val="15000"/>
                                </a:schemeClr>
                              </a:gs>
                            </a:gsLst>
                            <a:lin ang="5400000" scaled="1"/>
                          </a:gradFill>
                          <a:latin typeface="KoPub돋움체 Bold" panose="00000800000000000000" pitchFamily="2" charset="-127"/>
                          <a:ea typeface="KoPub돋움체 Bold" panose="00000800000000000000" pitchFamily="2" charset="-127"/>
                          <a:cs typeface="+mn-cs"/>
                        </a:rPr>
                        <a:t>지구 지자기 모델과 시사점 도출</a:t>
                      </a:r>
                    </a:p>
                  </a:txBody>
                  <a:tcPr anchor="ctr">
                    <a:lnL w="3175" cap="flat" cmpd="sng" algn="ctr">
                      <a:solidFill>
                        <a:srgbClr val="96A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96A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96A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6A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61354218"/>
                  </a:ext>
                </a:extLst>
              </a:tr>
              <a:tr h="324928">
                <a:tc vMerge="1">
                  <a:txBody>
                    <a:bodyPr/>
                    <a:lstStyle/>
                    <a:p>
                      <a:pPr marL="0" marR="0" lvl="0" indent="0" algn="ctr" defTabSz="936625" rtl="0" eaLnBrk="1" fontAlgn="base" latinLnBrk="1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ct val="0"/>
                        </a:spcAft>
                        <a:buClr>
                          <a:schemeClr val="tx1">
                            <a:lumMod val="75000"/>
                            <a:lumOff val="25000"/>
                          </a:schemeClr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lang="en-US" altLang="ko-KR" sz="1100" b="0" u="none" strike="noStrike" kern="1200" spc="-100" baseline="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rgbClr val="273E76"/>
                        </a:solidFill>
                        <a:effectLst/>
                        <a:latin typeface="+mj-ea"/>
                        <a:ea typeface="+mj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96A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96A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6A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5DBE7"/>
                    </a:solidFill>
                  </a:tcPr>
                </a:tc>
                <a:tc>
                  <a:txBody>
                    <a:bodyPr/>
                    <a:lstStyle/>
                    <a:p>
                      <a:pPr marL="108000" marR="0" lvl="1" indent="-108000" algn="l" defTabSz="1043056" rtl="0" eaLnBrk="1" fontAlgn="base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tx1">
                            <a:lumMod val="65000"/>
                            <a:lumOff val="35000"/>
                          </a:schemeClr>
                        </a:buClr>
                        <a:buSzPct val="100000"/>
                        <a:buFont typeface="Arial" panose="020B0604020202020204" pitchFamily="34" charset="0"/>
                        <a:buChar char="•"/>
                        <a:tabLst>
                          <a:tab pos="5645270" algn="l"/>
                        </a:tabLst>
                        <a:defRPr/>
                      </a:pPr>
                      <a:r>
                        <a:rPr lang="ko-KR" altLang="en-US" sz="1100" b="0" kern="1200" spc="-100" baseline="0" dirty="0">
                          <a:gradFill>
                            <a:gsLst>
                              <a:gs pos="0">
                                <a:schemeClr val="tx1">
                                  <a:lumMod val="85000"/>
                                  <a:lumOff val="15000"/>
                                </a:schemeClr>
                              </a:gs>
                              <a:gs pos="100000">
                                <a:schemeClr val="tx1">
                                  <a:lumMod val="85000"/>
                                  <a:lumOff val="15000"/>
                                </a:schemeClr>
                              </a:gs>
                            </a:gsLst>
                            <a:lin ang="5400000" scaled="1"/>
                          </a:gradFill>
                          <a:latin typeface="KoPub돋움체 Bold" panose="00000800000000000000" pitchFamily="2" charset="-127"/>
                          <a:ea typeface="KoPub돋움체 Bold" panose="00000800000000000000" pitchFamily="2" charset="-127"/>
                          <a:cs typeface="+mn-cs"/>
                        </a:rPr>
                        <a:t>자침 </a:t>
                      </a:r>
                      <a:r>
                        <a:rPr lang="ko-KR" altLang="en-US" sz="1100" b="0" kern="1200" spc="-100" baseline="0" dirty="0" err="1">
                          <a:gradFill>
                            <a:gsLst>
                              <a:gs pos="0">
                                <a:schemeClr val="tx1">
                                  <a:lumMod val="85000"/>
                                  <a:lumOff val="15000"/>
                                </a:schemeClr>
                              </a:gs>
                              <a:gs pos="100000">
                                <a:schemeClr val="tx1">
                                  <a:lumMod val="85000"/>
                                  <a:lumOff val="15000"/>
                                </a:schemeClr>
                              </a:gs>
                            </a:gsLst>
                            <a:lin ang="5400000" scaled="1"/>
                          </a:gradFill>
                          <a:latin typeface="KoPub돋움체 Bold" panose="00000800000000000000" pitchFamily="2" charset="-127"/>
                          <a:ea typeface="KoPub돋움체 Bold" panose="00000800000000000000" pitchFamily="2" charset="-127"/>
                          <a:cs typeface="+mn-cs"/>
                        </a:rPr>
                        <a:t>편차량</a:t>
                      </a:r>
                      <a:r>
                        <a:rPr lang="ko-KR" altLang="en-US" sz="1100" b="0" kern="1200" spc="-100" baseline="0" dirty="0">
                          <a:gradFill>
                            <a:gsLst>
                              <a:gs pos="0">
                                <a:schemeClr val="tx1">
                                  <a:lumMod val="85000"/>
                                  <a:lumOff val="15000"/>
                                </a:schemeClr>
                              </a:gs>
                              <a:gs pos="100000">
                                <a:schemeClr val="tx1">
                                  <a:lumMod val="85000"/>
                                  <a:lumOff val="15000"/>
                                </a:schemeClr>
                              </a:gs>
                            </a:gsLst>
                            <a:lin ang="5400000" scaled="1"/>
                          </a:gradFill>
                          <a:latin typeface="KoPub돋움체 Bold" panose="00000800000000000000" pitchFamily="2" charset="-127"/>
                          <a:ea typeface="KoPub돋움체 Bold" panose="00000800000000000000" pitchFamily="2" charset="-127"/>
                          <a:cs typeface="+mn-cs"/>
                        </a:rPr>
                        <a:t> 계산</a:t>
                      </a:r>
                    </a:p>
                  </a:txBody>
                  <a:tcPr anchor="ctr">
                    <a:lnL w="3175" cap="flat" cmpd="sng" algn="ctr">
                      <a:solidFill>
                        <a:srgbClr val="96A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96A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96A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6A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89913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108000" marR="0" lvl="1" indent="-108000" algn="l" defTabSz="1043056" rtl="0" eaLnBrk="1" fontAlgn="base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tx1">
                            <a:lumMod val="65000"/>
                            <a:lumOff val="35000"/>
                          </a:schemeClr>
                        </a:buClr>
                        <a:buSzPct val="100000"/>
                        <a:buFont typeface="Arial" panose="020B0604020202020204" pitchFamily="34" charset="0"/>
                        <a:buChar char="•"/>
                        <a:tabLst>
                          <a:tab pos="5645270" algn="l"/>
                        </a:tabLst>
                        <a:defRPr/>
                      </a:pPr>
                      <a:r>
                        <a:rPr lang="ko-KR" altLang="en-US" sz="1100" b="0" kern="1200" spc="-100" baseline="0" dirty="0">
                          <a:gradFill>
                            <a:gsLst>
                              <a:gs pos="0">
                                <a:schemeClr val="tx1">
                                  <a:lumMod val="85000"/>
                                  <a:lumOff val="15000"/>
                                </a:schemeClr>
                              </a:gs>
                              <a:gs pos="100000">
                                <a:schemeClr val="tx1">
                                  <a:lumMod val="85000"/>
                                  <a:lumOff val="15000"/>
                                </a:schemeClr>
                              </a:gs>
                            </a:gsLst>
                            <a:lin ang="5400000" scaled="1"/>
                          </a:gradFill>
                          <a:latin typeface="KoPub돋움체 Bold" panose="00000800000000000000" pitchFamily="2" charset="-127"/>
                          <a:ea typeface="KoPub돋움체 Bold" panose="00000800000000000000" pitchFamily="2" charset="-127"/>
                          <a:cs typeface="+mn-cs"/>
                        </a:rPr>
                        <a:t>자침 </a:t>
                      </a:r>
                      <a:r>
                        <a:rPr lang="ko-KR" altLang="en-US" sz="1100" b="0" kern="1200" spc="-100" baseline="0" dirty="0" err="1">
                          <a:gradFill>
                            <a:gsLst>
                              <a:gs pos="0">
                                <a:schemeClr val="tx1">
                                  <a:lumMod val="85000"/>
                                  <a:lumOff val="15000"/>
                                </a:schemeClr>
                              </a:gs>
                              <a:gs pos="100000">
                                <a:schemeClr val="tx1">
                                  <a:lumMod val="85000"/>
                                  <a:lumOff val="15000"/>
                                </a:schemeClr>
                              </a:gs>
                            </a:gsLst>
                            <a:lin ang="5400000" scaled="1"/>
                          </a:gradFill>
                          <a:latin typeface="KoPub돋움체 Bold" panose="00000800000000000000" pitchFamily="2" charset="-127"/>
                          <a:ea typeface="KoPub돋움체 Bold" panose="00000800000000000000" pitchFamily="2" charset="-127"/>
                          <a:cs typeface="+mn-cs"/>
                        </a:rPr>
                        <a:t>편차량</a:t>
                      </a:r>
                      <a:r>
                        <a:rPr lang="ko-KR" altLang="en-US" sz="1100" b="0" kern="1200" spc="-100" baseline="0" dirty="0">
                          <a:gradFill>
                            <a:gsLst>
                              <a:gs pos="0">
                                <a:schemeClr val="tx1">
                                  <a:lumMod val="85000"/>
                                  <a:lumOff val="15000"/>
                                </a:schemeClr>
                              </a:gs>
                              <a:gs pos="100000">
                                <a:schemeClr val="tx1">
                                  <a:lumMod val="85000"/>
                                  <a:lumOff val="15000"/>
                                </a:schemeClr>
                              </a:gs>
                            </a:gsLst>
                            <a:lin ang="5400000" scaled="1"/>
                          </a:gradFill>
                          <a:latin typeface="KoPub돋움체 Bold" panose="00000800000000000000" pitchFamily="2" charset="-127"/>
                          <a:ea typeface="KoPub돋움체 Bold" panose="00000800000000000000" pitchFamily="2" charset="-127"/>
                          <a:cs typeface="+mn-cs"/>
                        </a:rPr>
                        <a:t> 계산 서비스 방안</a:t>
                      </a:r>
                    </a:p>
                  </a:txBody>
                  <a:tcPr anchor="ctr">
                    <a:lnL w="3175" cap="flat" cmpd="sng" algn="ctr">
                      <a:solidFill>
                        <a:srgbClr val="96A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96A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96A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6A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20559125"/>
                  </a:ext>
                </a:extLst>
              </a:tr>
              <a:tr h="389913">
                <a:tc rowSpan="3"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tx1">
                            <a:lumMod val="75000"/>
                            <a:lumOff val="25000"/>
                          </a:schemeClr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lang="ko-KR" altLang="en-US" sz="1400" kern="0" spc="-100" dirty="0">
                          <a:ln>
                            <a:solidFill>
                              <a:srgbClr val="5B9BD5">
                                <a:alpha val="0"/>
                              </a:srgbClr>
                            </a:solidFill>
                          </a:ln>
                          <a:solidFill>
                            <a:sysClr val="window" lastClr="FFFFFF"/>
                          </a:solidFill>
                          <a:latin typeface="KoPub돋움체 Bold"/>
                          <a:ea typeface="KoPub돋움체 Bold"/>
                          <a:cs typeface="+mn-cs"/>
                        </a:rPr>
                        <a:t>사업관리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96A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96A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6A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marL="108000" marR="0" lvl="1" indent="-108000" algn="l" defTabSz="1043056" rtl="0" eaLnBrk="1" fontAlgn="base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tx1">
                            <a:lumMod val="65000"/>
                            <a:lumOff val="35000"/>
                          </a:schemeClr>
                        </a:buClr>
                        <a:buSzPct val="100000"/>
                        <a:buFont typeface="Arial" panose="020B0604020202020204" pitchFamily="34" charset="0"/>
                        <a:buChar char="•"/>
                        <a:tabLst>
                          <a:tab pos="5645270" algn="l"/>
                        </a:tabLst>
                        <a:defRPr/>
                      </a:pPr>
                      <a:r>
                        <a:rPr lang="ko-KR" altLang="en-US" sz="1100" b="0" kern="1200" spc="-100" baseline="0" dirty="0">
                          <a:gradFill>
                            <a:gsLst>
                              <a:gs pos="0">
                                <a:schemeClr val="tx1">
                                  <a:lumMod val="85000"/>
                                  <a:lumOff val="15000"/>
                                </a:schemeClr>
                              </a:gs>
                              <a:gs pos="100000">
                                <a:schemeClr val="tx1">
                                  <a:lumMod val="85000"/>
                                  <a:lumOff val="15000"/>
                                </a:schemeClr>
                              </a:gs>
                            </a:gsLst>
                            <a:lin ang="5400000" scaled="1"/>
                          </a:gradFill>
                          <a:latin typeface="KoPub돋움체 Bold" panose="00000800000000000000" pitchFamily="2" charset="-127"/>
                          <a:ea typeface="KoPub돋움체 Bold" panose="00000800000000000000" pitchFamily="2" charset="-127"/>
                          <a:cs typeface="+mn-cs"/>
                        </a:rPr>
                        <a:t>자문회의 및 </a:t>
                      </a:r>
                      <a:r>
                        <a:rPr lang="ko-KR" altLang="en-US" sz="1100" b="0" kern="1200" spc="-100" baseline="0" dirty="0" err="1">
                          <a:gradFill>
                            <a:gsLst>
                              <a:gs pos="0">
                                <a:schemeClr val="tx1">
                                  <a:lumMod val="85000"/>
                                  <a:lumOff val="15000"/>
                                </a:schemeClr>
                              </a:gs>
                              <a:gs pos="100000">
                                <a:schemeClr val="tx1">
                                  <a:lumMod val="85000"/>
                                  <a:lumOff val="15000"/>
                                </a:schemeClr>
                              </a:gs>
                            </a:gsLst>
                            <a:lin ang="5400000" scaled="1"/>
                          </a:gradFill>
                          <a:latin typeface="KoPub돋움체 Bold" panose="00000800000000000000" pitchFamily="2" charset="-127"/>
                          <a:ea typeface="KoPub돋움체 Bold" panose="00000800000000000000" pitchFamily="2" charset="-127"/>
                          <a:cs typeface="+mn-cs"/>
                        </a:rPr>
                        <a:t>연구진회의</a:t>
                      </a:r>
                      <a:endParaRPr lang="ko-KR" altLang="en-US" sz="1100" b="0" kern="1200" spc="-100" baseline="0" dirty="0">
                        <a:gradFill>
                          <a:gsLst>
                            <a:gs pos="0">
                              <a:schemeClr val="tx1">
                                <a:lumMod val="85000"/>
                                <a:lumOff val="15000"/>
                              </a:schemeClr>
                            </a:gs>
                            <a:gs pos="100000">
                              <a:schemeClr val="tx1">
                                <a:lumMod val="85000"/>
                                <a:lumOff val="15000"/>
                              </a:schemeClr>
                            </a:gs>
                          </a:gsLst>
                          <a:lin ang="5400000" scaled="1"/>
                        </a:gradFill>
                        <a:latin typeface="KoPub돋움체 Bold" panose="00000800000000000000" pitchFamily="2" charset="-127"/>
                        <a:ea typeface="KoPub돋움체 Bold" panose="00000800000000000000" pitchFamily="2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rgbClr val="96A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96A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96A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6A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36610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108000" marR="0" lvl="1" indent="-108000" algn="l" defTabSz="1043056" rtl="0" eaLnBrk="1" fontAlgn="base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tx1">
                            <a:lumMod val="65000"/>
                            <a:lumOff val="35000"/>
                          </a:schemeClr>
                        </a:buClr>
                        <a:buSzPct val="100000"/>
                        <a:buFont typeface="Arial" panose="020B0604020202020204" pitchFamily="34" charset="0"/>
                        <a:buChar char="•"/>
                        <a:tabLst>
                          <a:tab pos="5645270" algn="l"/>
                        </a:tabLst>
                        <a:defRPr/>
                      </a:pPr>
                      <a:r>
                        <a:rPr lang="ko-KR" altLang="en-US" sz="1100" b="0" kern="1200" spc="-100" baseline="0" dirty="0">
                          <a:gradFill>
                            <a:gsLst>
                              <a:gs pos="0">
                                <a:schemeClr val="tx1">
                                  <a:lumMod val="85000"/>
                                  <a:lumOff val="15000"/>
                                </a:schemeClr>
                              </a:gs>
                              <a:gs pos="100000">
                                <a:schemeClr val="tx1">
                                  <a:lumMod val="85000"/>
                                  <a:lumOff val="15000"/>
                                </a:schemeClr>
                              </a:gs>
                            </a:gsLst>
                            <a:lin ang="5400000" scaled="1"/>
                          </a:gradFill>
                          <a:latin typeface="KoPub돋움체 Bold" panose="00000800000000000000" pitchFamily="2" charset="-127"/>
                          <a:ea typeface="KoPub돋움체 Bold" panose="00000800000000000000" pitchFamily="2" charset="-127"/>
                          <a:cs typeface="+mn-cs"/>
                        </a:rPr>
                        <a:t>보고회</a:t>
                      </a:r>
                    </a:p>
                  </a:txBody>
                  <a:tcPr anchor="ctr">
                    <a:lnL w="3175" cap="flat" cmpd="sng" algn="ctr">
                      <a:solidFill>
                        <a:srgbClr val="96A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96A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96A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6A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96454943"/>
                  </a:ext>
                </a:extLst>
              </a:tr>
              <a:tr h="471980">
                <a:tc vMerge="1">
                  <a:txBody>
                    <a:bodyPr/>
                    <a:lstStyle/>
                    <a:p>
                      <a:pPr marL="0" marR="0" lvl="0" indent="0" algn="ctr" defTabSz="963613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050" b="1" i="0" u="none" strike="noStrike" cap="none" normalizeH="0" baseline="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rgbClr val="21212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36659" marR="36659" marT="36659" marB="36659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667A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67A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108000" marR="0" lvl="1" indent="-108000" algn="l" defTabSz="1043056" rtl="0" eaLnBrk="1" fontAlgn="base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tx1">
                            <a:lumMod val="65000"/>
                            <a:lumOff val="35000"/>
                          </a:schemeClr>
                        </a:buClr>
                        <a:buSzPct val="100000"/>
                        <a:buFont typeface="Arial" panose="020B0604020202020204" pitchFamily="34" charset="0"/>
                        <a:buChar char="•"/>
                        <a:tabLst>
                          <a:tab pos="5645270" algn="l"/>
                        </a:tabLst>
                        <a:defRPr/>
                      </a:pPr>
                      <a:r>
                        <a:rPr lang="ko-KR" altLang="en-US" sz="1100" b="0" kern="1200" spc="-100" baseline="0" dirty="0" err="1">
                          <a:gradFill>
                            <a:gsLst>
                              <a:gs pos="0">
                                <a:schemeClr val="tx1">
                                  <a:lumMod val="85000"/>
                                  <a:lumOff val="15000"/>
                                </a:schemeClr>
                              </a:gs>
                              <a:gs pos="100000">
                                <a:schemeClr val="tx1">
                                  <a:lumMod val="85000"/>
                                  <a:lumOff val="15000"/>
                                </a:schemeClr>
                              </a:gs>
                            </a:gsLst>
                            <a:lin ang="5400000" scaled="1"/>
                          </a:gradFill>
                          <a:latin typeface="KoPub돋움체 Bold" panose="00000800000000000000" pitchFamily="2" charset="-127"/>
                          <a:ea typeface="KoPub돋움체 Bold" panose="00000800000000000000" pitchFamily="2" charset="-127"/>
                          <a:cs typeface="+mn-cs"/>
                        </a:rPr>
                        <a:t>성과품</a:t>
                      </a:r>
                      <a:r>
                        <a:rPr lang="ko-KR" altLang="en-US" sz="1100" b="0" kern="1200" spc="-100" baseline="0" dirty="0">
                          <a:gradFill>
                            <a:gsLst>
                              <a:gs pos="0">
                                <a:schemeClr val="tx1">
                                  <a:lumMod val="85000"/>
                                  <a:lumOff val="15000"/>
                                </a:schemeClr>
                              </a:gs>
                              <a:gs pos="100000">
                                <a:schemeClr val="tx1">
                                  <a:lumMod val="85000"/>
                                  <a:lumOff val="15000"/>
                                </a:schemeClr>
                              </a:gs>
                            </a:gsLst>
                            <a:lin ang="5400000" scaled="1"/>
                          </a:gradFill>
                          <a:latin typeface="KoPub돋움체 Bold" panose="00000800000000000000" pitchFamily="2" charset="-127"/>
                          <a:ea typeface="KoPub돋움체 Bold" panose="00000800000000000000" pitchFamily="2" charset="-127"/>
                          <a:cs typeface="+mn-cs"/>
                        </a:rPr>
                        <a:t> 제출</a:t>
                      </a:r>
                    </a:p>
                  </a:txBody>
                  <a:tcPr anchor="ctr">
                    <a:lnL w="3175" cap="flat" cmpd="sng" algn="ctr">
                      <a:solidFill>
                        <a:srgbClr val="96A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96A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96A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6A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</a:tbl>
          </a:graphicData>
        </a:graphic>
      </p:graphicFrame>
      <p:grpSp>
        <p:nvGrpSpPr>
          <p:cNvPr id="7" name="그룹 6"/>
          <p:cNvGrpSpPr/>
          <p:nvPr/>
        </p:nvGrpSpPr>
        <p:grpSpPr>
          <a:xfrm>
            <a:off x="4239245" y="5413697"/>
            <a:ext cx="5483071" cy="84923"/>
            <a:chOff x="-130297" y="1896609"/>
            <a:chExt cx="5483070" cy="84922"/>
          </a:xfrm>
        </p:grpSpPr>
        <p:sp>
          <p:nvSpPr>
            <p:cNvPr id="8" name="Line 2124"/>
            <p:cNvSpPr>
              <a:spLocks noChangeShapeType="1"/>
            </p:cNvSpPr>
            <p:nvPr/>
          </p:nvSpPr>
          <p:spPr bwMode="auto">
            <a:xfrm flipV="1">
              <a:off x="-47239" y="1939071"/>
              <a:ext cx="5320963" cy="0"/>
            </a:xfrm>
            <a:prstGeom prst="line">
              <a:avLst/>
            </a:prstGeom>
            <a:noFill/>
            <a:ln w="25400" cap="rnd" cmpd="sng">
              <a:solidFill>
                <a:srgbClr val="FF9900"/>
              </a:solidFill>
              <a:prstDash val="solid"/>
              <a:round/>
              <a:headEnd type="none" w="sm" len="sm"/>
              <a:tailEnd type="none" w="sm" len="sm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square" lIns="0" tIns="0" rIns="0" bIns="0">
              <a:spAutoFit/>
              <a:scene3d>
                <a:camera prst="orthographicFront"/>
                <a:lightRig rig="threePt" dir="t"/>
              </a:scene3d>
              <a:sp3d>
                <a:bevelT w="0" h="0"/>
              </a:sp3d>
            </a:bodyPr>
            <a:lstStyle/>
            <a:p>
              <a:endParaRPr lang="ko-KR" altLang="en-US" sz="900" spc="-1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+mn-ea"/>
                <a:ea typeface="+mn-ea"/>
              </a:endParaRPr>
            </a:p>
          </p:txBody>
        </p:sp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595C20FC-7BBD-47EA-90FE-26D2E77F5A8D}"/>
                </a:ext>
              </a:extLst>
            </p:cNvPr>
            <p:cNvSpPr/>
            <p:nvPr/>
          </p:nvSpPr>
          <p:spPr>
            <a:xfrm>
              <a:off x="-130297" y="1896609"/>
              <a:ext cx="94426" cy="84922"/>
            </a:xfrm>
            <a:prstGeom prst="ellipse">
              <a:avLst/>
            </a:prstGeom>
            <a:solidFill>
              <a:srgbClr val="FF9900"/>
            </a:solidFill>
            <a:ln w="15875">
              <a:solidFill>
                <a:schemeClr val="bg1"/>
              </a:solidFill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38856" rIns="0" bIns="38856" rtlCol="0" anchor="ctr"/>
            <a:lstStyle/>
            <a:p>
              <a:pPr algn="ctr" latinLnBrk="0"/>
              <a:endParaRPr lang="ko-KR" altLang="en-US" sz="1079">
                <a:ln>
                  <a:solidFill>
                    <a:schemeClr val="bg1">
                      <a:lumMod val="65000"/>
                      <a:alpha val="0"/>
                    </a:schemeClr>
                  </a:solidFill>
                </a:ln>
                <a:solidFill>
                  <a:schemeClr val="tx1"/>
                </a:solidFill>
                <a:latin typeface="+mj-ea"/>
                <a:ea typeface="+mj-ea"/>
              </a:endParaRPr>
            </a:p>
          </p:txBody>
        </p:sp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A6985E94-DE02-4410-9312-5D56D57F26BC}"/>
                </a:ext>
              </a:extLst>
            </p:cNvPr>
            <p:cNvSpPr/>
            <p:nvPr/>
          </p:nvSpPr>
          <p:spPr>
            <a:xfrm>
              <a:off x="5258347" y="1896609"/>
              <a:ext cx="94426" cy="84922"/>
            </a:xfrm>
            <a:prstGeom prst="ellipse">
              <a:avLst/>
            </a:prstGeom>
            <a:solidFill>
              <a:srgbClr val="FF9900"/>
            </a:solidFill>
            <a:ln w="15875">
              <a:solidFill>
                <a:schemeClr val="bg1"/>
              </a:solidFill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38856" rIns="0" bIns="38856" rtlCol="0" anchor="ctr"/>
            <a:lstStyle/>
            <a:p>
              <a:pPr algn="ctr" latinLnBrk="0"/>
              <a:endParaRPr lang="ko-KR" altLang="en-US" sz="1079">
                <a:ln>
                  <a:solidFill>
                    <a:schemeClr val="bg1">
                      <a:lumMod val="65000"/>
                      <a:alpha val="0"/>
                    </a:schemeClr>
                  </a:solidFill>
                </a:ln>
                <a:solidFill>
                  <a:schemeClr val="tx1"/>
                </a:solidFill>
                <a:latin typeface="+mj-ea"/>
                <a:ea typeface="+mj-ea"/>
              </a:endParaRPr>
            </a:p>
          </p:txBody>
        </p:sp>
      </p:grpSp>
      <p:sp>
        <p:nvSpPr>
          <p:cNvPr id="11" name="Text Box 150"/>
          <p:cNvSpPr txBox="1">
            <a:spLocks noChangeArrowheads="1"/>
          </p:cNvSpPr>
          <p:nvPr/>
        </p:nvSpPr>
        <p:spPr bwMode="auto">
          <a:xfrm>
            <a:off x="7839918" y="6553205"/>
            <a:ext cx="1759172" cy="13849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  <a:scene3d>
              <a:camera prst="orthographicFront"/>
              <a:lightRig rig="threePt" dir="t"/>
            </a:scene3d>
            <a:sp3d>
              <a:bevelT w="0"/>
            </a:sp3d>
          </a:bodyPr>
          <a:lstStyle>
            <a:lvl1pPr eaLnBrk="0" hangingPunct="0">
              <a:defRPr kumimoji="1" sz="1300">
                <a:solidFill>
                  <a:schemeClr val="tx1"/>
                </a:solidFill>
                <a:latin typeface="Book Antiqua" pitchFamily="18" charset="0"/>
                <a:ea typeface="바탕체" pitchFamily="17" charset="-127"/>
              </a:defRPr>
            </a:lvl1pPr>
            <a:lvl2pPr marL="742950" indent="-285750" eaLnBrk="0" hangingPunct="0">
              <a:defRPr kumimoji="1" sz="1300">
                <a:solidFill>
                  <a:schemeClr val="tx1"/>
                </a:solidFill>
                <a:latin typeface="Book Antiqua" pitchFamily="18" charset="0"/>
                <a:ea typeface="바탕체" pitchFamily="17" charset="-127"/>
              </a:defRPr>
            </a:lvl2pPr>
            <a:lvl3pPr marL="1143000" indent="-228600" eaLnBrk="0" hangingPunct="0">
              <a:defRPr kumimoji="1" sz="1300">
                <a:solidFill>
                  <a:schemeClr val="tx1"/>
                </a:solidFill>
                <a:latin typeface="Book Antiqua" pitchFamily="18" charset="0"/>
                <a:ea typeface="바탕체" pitchFamily="17" charset="-127"/>
              </a:defRPr>
            </a:lvl3pPr>
            <a:lvl4pPr marL="1600200" indent="-228600" eaLnBrk="0" hangingPunct="0">
              <a:defRPr kumimoji="1" sz="1300">
                <a:solidFill>
                  <a:schemeClr val="tx1"/>
                </a:solidFill>
                <a:latin typeface="Book Antiqua" pitchFamily="18" charset="0"/>
                <a:ea typeface="바탕체" pitchFamily="17" charset="-127"/>
              </a:defRPr>
            </a:lvl4pPr>
            <a:lvl5pPr marL="2057400" indent="-228600" eaLnBrk="0" hangingPunct="0">
              <a:defRPr kumimoji="1" sz="1300">
                <a:solidFill>
                  <a:schemeClr val="tx1"/>
                </a:solidFill>
                <a:latin typeface="Book Antiqua" pitchFamily="18" charset="0"/>
                <a:ea typeface="바탕체" pitchFamily="17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300">
                <a:solidFill>
                  <a:schemeClr val="tx1"/>
                </a:solidFill>
                <a:latin typeface="Book Antiqua" pitchFamily="18" charset="0"/>
                <a:ea typeface="바탕체" pitchFamily="17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300">
                <a:solidFill>
                  <a:schemeClr val="tx1"/>
                </a:solidFill>
                <a:latin typeface="Book Antiqua" pitchFamily="18" charset="0"/>
                <a:ea typeface="바탕체" pitchFamily="17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300">
                <a:solidFill>
                  <a:schemeClr val="tx1"/>
                </a:solidFill>
                <a:latin typeface="Book Antiqua" pitchFamily="18" charset="0"/>
                <a:ea typeface="바탕체" pitchFamily="17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300">
                <a:solidFill>
                  <a:schemeClr val="tx1"/>
                </a:solidFill>
                <a:latin typeface="Book Antiqua" pitchFamily="18" charset="0"/>
                <a:ea typeface="바탕체" pitchFamily="17" charset="-127"/>
              </a:defRPr>
            </a:lvl9pPr>
          </a:lstStyle>
          <a:p>
            <a:pPr algn="l" defTabSz="1053657" eaLnBrk="1" hangingPunct="1">
              <a:spcBef>
                <a:spcPct val="0"/>
              </a:spcBef>
              <a:defRPr/>
            </a:pPr>
            <a:r>
              <a:rPr lang="en-US" altLang="ko-KR" sz="900" spc="-100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※ </a:t>
            </a:r>
            <a:r>
              <a:rPr lang="ko-KR" altLang="en-US" sz="900" spc="-100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추진일정은 과업 진행 시 변경될 수 있음</a:t>
            </a:r>
            <a:r>
              <a:rPr lang="en-US" altLang="ko-KR" sz="900" spc="-100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, </a:t>
            </a:r>
            <a:endParaRPr lang="ko-KR" altLang="en-US" sz="900" spc="-100" dirty="0">
              <a:latin typeface="KoPub돋움체 Medium" panose="02020603020101020101" pitchFamily="18" charset="-127"/>
              <a:ea typeface="KoPub돋움체 Medium" panose="02020603020101020101" pitchFamily="18" charset="-127"/>
            </a:endParaRPr>
          </a:p>
        </p:txBody>
      </p:sp>
      <p:sp>
        <p:nvSpPr>
          <p:cNvPr id="12" name="Rectangle 2064"/>
          <p:cNvSpPr>
            <a:spLocks noChangeArrowheads="1"/>
          </p:cNvSpPr>
          <p:nvPr/>
        </p:nvSpPr>
        <p:spPr bwMode="auto">
          <a:xfrm>
            <a:off x="4336068" y="5733256"/>
            <a:ext cx="620193" cy="184638"/>
          </a:xfrm>
          <a:prstGeom prst="rect">
            <a:avLst/>
          </a:prstGeom>
          <a:solidFill>
            <a:srgbClr val="91A5D3">
              <a:alpha val="40000"/>
            </a:srgb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defTabSz="497736" latinLnBrk="0">
              <a:lnSpc>
                <a:spcPct val="90000"/>
              </a:lnSpc>
            </a:pPr>
            <a:r>
              <a:rPr lang="ko-KR" altLang="en-US" sz="1100" spc="-1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014099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</a:rPr>
              <a:t>착수보고</a:t>
            </a:r>
          </a:p>
        </p:txBody>
      </p:sp>
      <p:sp>
        <p:nvSpPr>
          <p:cNvPr id="13" name="Rectangle 2064"/>
          <p:cNvSpPr>
            <a:spLocks noChangeArrowheads="1"/>
          </p:cNvSpPr>
          <p:nvPr/>
        </p:nvSpPr>
        <p:spPr bwMode="auto">
          <a:xfrm>
            <a:off x="6762749" y="5733256"/>
            <a:ext cx="577699" cy="184638"/>
          </a:xfrm>
          <a:prstGeom prst="rect">
            <a:avLst/>
          </a:prstGeom>
          <a:solidFill>
            <a:srgbClr val="91A5D3">
              <a:alpha val="40000"/>
            </a:srgb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defTabSz="497736" latinLnBrk="0">
              <a:lnSpc>
                <a:spcPct val="90000"/>
              </a:lnSpc>
            </a:pPr>
            <a:r>
              <a:rPr lang="ko-KR" altLang="en-US" sz="1100" spc="-1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014099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</a:rPr>
              <a:t>중간보고</a:t>
            </a:r>
          </a:p>
        </p:txBody>
      </p:sp>
      <p:sp>
        <p:nvSpPr>
          <p:cNvPr id="14" name="Rectangle 2064"/>
          <p:cNvSpPr>
            <a:spLocks noChangeArrowheads="1"/>
          </p:cNvSpPr>
          <p:nvPr/>
        </p:nvSpPr>
        <p:spPr bwMode="auto">
          <a:xfrm>
            <a:off x="8975857" y="5733256"/>
            <a:ext cx="588732" cy="184638"/>
          </a:xfrm>
          <a:prstGeom prst="rect">
            <a:avLst/>
          </a:prstGeom>
          <a:solidFill>
            <a:srgbClr val="91A5D3">
              <a:alpha val="40000"/>
            </a:srgb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defTabSz="497736" latinLnBrk="0">
              <a:lnSpc>
                <a:spcPct val="90000"/>
              </a:lnSpc>
            </a:pPr>
            <a:r>
              <a:rPr lang="ko-KR" altLang="en-US" sz="1100" spc="-108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014099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</a:rPr>
              <a:t>완료보고</a:t>
            </a:r>
          </a:p>
        </p:txBody>
      </p:sp>
      <p:sp>
        <p:nvSpPr>
          <p:cNvPr id="15" name="Text Box 2074"/>
          <p:cNvSpPr txBox="1">
            <a:spLocks noChangeArrowheads="1"/>
          </p:cNvSpPr>
          <p:nvPr/>
        </p:nvSpPr>
        <p:spPr bwMode="auto">
          <a:xfrm>
            <a:off x="6693326" y="5258294"/>
            <a:ext cx="831530" cy="153888"/>
          </a:xfrm>
          <a:prstGeom prst="rect">
            <a:avLst/>
          </a:prstGeom>
          <a:noFill/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>
            <a:spAutoFit/>
            <a:scene3d>
              <a:camera prst="orthographicFront"/>
              <a:lightRig rig="threePt" dir="t"/>
            </a:scene3d>
            <a:sp3d>
              <a:bevelT w="0" h="0"/>
            </a:sp3d>
          </a:bodyPr>
          <a:lstStyle>
            <a:lvl1pPr defTabSz="128905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defTabSz="128905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defTabSz="128905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defTabSz="128905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defTabSz="128905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defTabSz="1289050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defTabSz="1289050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defTabSz="1289050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defTabSz="1289050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marL="86601" indent="-86601" defTabSz="497736" fontAlgn="ctr" latinLnBrk="0">
              <a:spcBef>
                <a:spcPct val="20000"/>
              </a:spcBef>
              <a:defRPr/>
            </a:pPr>
            <a:r>
              <a:rPr lang="ko-KR" altLang="en-US" sz="1000" kern="0" spc="-149" dirty="0" err="1">
                <a:ln>
                  <a:solidFill>
                    <a:prstClr val="white">
                      <a:lumMod val="65000"/>
                      <a:alpha val="0"/>
                    </a:prst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수시개최</a:t>
            </a:r>
            <a:endParaRPr lang="ko-KR" altLang="en-US" sz="1000" kern="0" spc="-149" dirty="0">
              <a:ln>
                <a:solidFill>
                  <a:prstClr val="white">
                    <a:lumMod val="65000"/>
                    <a:alpha val="0"/>
                  </a:prstClr>
                </a:solidFill>
              </a:ln>
              <a:solidFill>
                <a:schemeClr val="tx1">
                  <a:lumMod val="85000"/>
                  <a:lumOff val="15000"/>
                </a:schemeClr>
              </a:solidFill>
              <a:latin typeface="KoPub돋움체 Medium" panose="00000600000000000000" pitchFamily="2" charset="-127"/>
              <a:ea typeface="KoPub돋움체 Medium" panose="00000600000000000000" pitchFamily="2" charset="-127"/>
            </a:endParaRPr>
          </a:p>
        </p:txBody>
      </p:sp>
      <p:sp>
        <p:nvSpPr>
          <p:cNvPr id="16" name="Text Box 2144"/>
          <p:cNvSpPr txBox="1">
            <a:spLocks noChangeArrowheads="1"/>
          </p:cNvSpPr>
          <p:nvPr/>
        </p:nvSpPr>
        <p:spPr bwMode="auto">
          <a:xfrm>
            <a:off x="8626483" y="6098814"/>
            <a:ext cx="691706" cy="138499"/>
          </a:xfrm>
          <a:prstGeom prst="rect">
            <a:avLst/>
          </a:prstGeom>
          <a:noFill/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>
            <a:spAutoFit/>
            <a:scene3d>
              <a:camera prst="orthographicFront"/>
              <a:lightRig rig="threePt" dir="t"/>
            </a:scene3d>
            <a:sp3d>
              <a:bevelT w="0" h="0"/>
            </a:sp3d>
          </a:bodyPr>
          <a:lstStyle>
            <a:lvl1pPr defTabSz="128905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defTabSz="128905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defTabSz="128905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defTabSz="128905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defTabSz="128905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defTabSz="1289050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defTabSz="1289050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defTabSz="1289050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defTabSz="1289050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>
              <a:buClr>
                <a:schemeClr val="tx1"/>
              </a:buClr>
              <a:buFont typeface="Wingdings" pitchFamily="2" charset="2"/>
              <a:buNone/>
            </a:pPr>
            <a:r>
              <a:rPr lang="ko-KR" altLang="en-US" sz="900" spc="-1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000000"/>
                </a:solidFill>
                <a:latin typeface="+mn-ea"/>
                <a:ea typeface="+mn-ea"/>
              </a:rPr>
              <a:t>완료보고서 및</a:t>
            </a:r>
          </a:p>
        </p:txBody>
      </p:sp>
      <p:pic>
        <p:nvPicPr>
          <p:cNvPr id="17" name="Picture 41" descr="accept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9387568" y="6134999"/>
            <a:ext cx="216866" cy="17966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8" name="Text Box 2144"/>
          <p:cNvSpPr txBox="1">
            <a:spLocks noChangeArrowheads="1"/>
          </p:cNvSpPr>
          <p:nvPr/>
        </p:nvSpPr>
        <p:spPr bwMode="auto">
          <a:xfrm>
            <a:off x="8625409" y="6242830"/>
            <a:ext cx="977997" cy="138499"/>
          </a:xfrm>
          <a:prstGeom prst="rect">
            <a:avLst/>
          </a:prstGeom>
          <a:noFill/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>
            <a:spAutoFit/>
            <a:scene3d>
              <a:camera prst="orthographicFront"/>
              <a:lightRig rig="threePt" dir="t"/>
            </a:scene3d>
            <a:sp3d>
              <a:bevelT w="0" h="0"/>
            </a:sp3d>
          </a:bodyPr>
          <a:lstStyle>
            <a:lvl1pPr defTabSz="128905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defTabSz="128905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defTabSz="128905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defTabSz="128905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defTabSz="128905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defTabSz="1289050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defTabSz="1289050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defTabSz="1289050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defTabSz="1289050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>
              <a:buClr>
                <a:schemeClr val="tx1"/>
              </a:buClr>
              <a:buFont typeface="Wingdings" pitchFamily="2" charset="2"/>
              <a:buNone/>
            </a:pPr>
            <a:r>
              <a:rPr lang="ko-KR" altLang="en-US" sz="900" spc="-100" dirty="0" err="1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000000"/>
                </a:solidFill>
                <a:latin typeface="+mn-ea"/>
                <a:ea typeface="+mn-ea"/>
              </a:rPr>
              <a:t>성과품</a:t>
            </a:r>
            <a:r>
              <a:rPr lang="ko-KR" altLang="en-US" sz="900" spc="-1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000000"/>
                </a:solidFill>
                <a:latin typeface="+mn-ea"/>
                <a:ea typeface="+mn-ea"/>
              </a:rPr>
              <a:t> 제출</a:t>
            </a:r>
          </a:p>
        </p:txBody>
      </p:sp>
      <p:grpSp>
        <p:nvGrpSpPr>
          <p:cNvPr id="19" name="그룹 18"/>
          <p:cNvGrpSpPr/>
          <p:nvPr/>
        </p:nvGrpSpPr>
        <p:grpSpPr>
          <a:xfrm>
            <a:off x="6370230" y="3318762"/>
            <a:ext cx="2656645" cy="110238"/>
            <a:chOff x="4177078" y="1822301"/>
            <a:chExt cx="3173011" cy="84923"/>
          </a:xfrm>
        </p:grpSpPr>
        <p:sp>
          <p:nvSpPr>
            <p:cNvPr id="20" name="Line 2124"/>
            <p:cNvSpPr>
              <a:spLocks noChangeShapeType="1"/>
            </p:cNvSpPr>
            <p:nvPr/>
          </p:nvSpPr>
          <p:spPr bwMode="auto">
            <a:xfrm>
              <a:off x="4271504" y="1864763"/>
              <a:ext cx="3017651" cy="4411"/>
            </a:xfrm>
            <a:prstGeom prst="line">
              <a:avLst/>
            </a:prstGeom>
            <a:noFill/>
            <a:ln w="25400" cap="rnd" cmpd="sng">
              <a:solidFill>
                <a:srgbClr val="014099"/>
              </a:solidFill>
              <a:prstDash val="solid"/>
              <a:round/>
              <a:headEnd type="none" w="sm" len="sm"/>
              <a:tailEnd type="none" w="sm" len="sm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square" lIns="0" tIns="0" rIns="0" bIns="0">
              <a:spAutoFit/>
              <a:scene3d>
                <a:camera prst="orthographicFront"/>
                <a:lightRig rig="threePt" dir="t"/>
              </a:scene3d>
              <a:sp3d>
                <a:bevelT w="0" h="0"/>
              </a:sp3d>
            </a:bodyPr>
            <a:lstStyle/>
            <a:p>
              <a:endParaRPr lang="ko-KR" altLang="en-US" sz="900" spc="-1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+mn-ea"/>
                <a:ea typeface="+mn-ea"/>
              </a:endParaRPr>
            </a:p>
          </p:txBody>
        </p:sp>
        <p:sp>
          <p:nvSpPr>
            <p:cNvPr id="21" name="타원 20">
              <a:extLst>
                <a:ext uri="{FF2B5EF4-FFF2-40B4-BE49-F238E27FC236}">
                  <a16:creationId xmlns:a16="http://schemas.microsoft.com/office/drawing/2014/main" id="{595C20FC-7BBD-47EA-90FE-26D2E77F5A8D}"/>
                </a:ext>
              </a:extLst>
            </p:cNvPr>
            <p:cNvSpPr/>
            <p:nvPr/>
          </p:nvSpPr>
          <p:spPr>
            <a:xfrm>
              <a:off x="4177078" y="1822302"/>
              <a:ext cx="94426" cy="84922"/>
            </a:xfrm>
            <a:prstGeom prst="ellipse">
              <a:avLst/>
            </a:prstGeom>
            <a:solidFill>
              <a:srgbClr val="014099"/>
            </a:solidFill>
            <a:ln w="15875">
              <a:solidFill>
                <a:schemeClr val="bg1"/>
              </a:solidFill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38856" rIns="0" bIns="38856" rtlCol="0" anchor="ctr"/>
            <a:lstStyle/>
            <a:p>
              <a:pPr algn="ctr" latinLnBrk="0"/>
              <a:endParaRPr lang="ko-KR" altLang="en-US" sz="1079">
                <a:ln>
                  <a:solidFill>
                    <a:schemeClr val="bg1">
                      <a:lumMod val="65000"/>
                      <a:alpha val="0"/>
                    </a:schemeClr>
                  </a:solidFill>
                </a:ln>
                <a:solidFill>
                  <a:schemeClr val="tx1"/>
                </a:solidFill>
                <a:latin typeface="+mj-ea"/>
                <a:ea typeface="+mj-ea"/>
              </a:endParaRPr>
            </a:p>
          </p:txBody>
        </p:sp>
        <p:sp>
          <p:nvSpPr>
            <p:cNvPr id="22" name="타원 21">
              <a:extLst>
                <a:ext uri="{FF2B5EF4-FFF2-40B4-BE49-F238E27FC236}">
                  <a16:creationId xmlns:a16="http://schemas.microsoft.com/office/drawing/2014/main" id="{A6985E94-DE02-4410-9312-5D56D57F26BC}"/>
                </a:ext>
              </a:extLst>
            </p:cNvPr>
            <p:cNvSpPr/>
            <p:nvPr/>
          </p:nvSpPr>
          <p:spPr>
            <a:xfrm>
              <a:off x="7255663" y="1822301"/>
              <a:ext cx="94426" cy="84922"/>
            </a:xfrm>
            <a:prstGeom prst="ellipse">
              <a:avLst/>
            </a:prstGeom>
            <a:solidFill>
              <a:srgbClr val="014099"/>
            </a:solidFill>
            <a:ln w="15875">
              <a:solidFill>
                <a:schemeClr val="bg1"/>
              </a:solidFill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38856" rIns="0" bIns="38856" rtlCol="0" anchor="ctr"/>
            <a:lstStyle/>
            <a:p>
              <a:pPr algn="ctr" latinLnBrk="0"/>
              <a:endParaRPr lang="ko-KR" altLang="en-US" sz="1079">
                <a:ln>
                  <a:solidFill>
                    <a:schemeClr val="bg1">
                      <a:lumMod val="65000"/>
                      <a:alpha val="0"/>
                    </a:schemeClr>
                  </a:solidFill>
                </a:ln>
                <a:solidFill>
                  <a:schemeClr val="tx1"/>
                </a:solidFill>
                <a:latin typeface="+mj-ea"/>
                <a:ea typeface="+mj-ea"/>
              </a:endParaRPr>
            </a:p>
          </p:txBody>
        </p:sp>
      </p:grpSp>
      <p:sp>
        <p:nvSpPr>
          <p:cNvPr id="23" name="Line 2124"/>
          <p:cNvSpPr>
            <a:spLocks noChangeShapeType="1"/>
          </p:cNvSpPr>
          <p:nvPr/>
        </p:nvSpPr>
        <p:spPr bwMode="auto">
          <a:xfrm flipV="1">
            <a:off x="4325988" y="1844823"/>
            <a:ext cx="5351096" cy="19303"/>
          </a:xfrm>
          <a:prstGeom prst="line">
            <a:avLst/>
          </a:prstGeom>
          <a:noFill/>
          <a:ln w="25400" cap="rnd" cmpd="sng">
            <a:solidFill>
              <a:srgbClr val="014099"/>
            </a:solidFill>
            <a:prstDash val="solid"/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square" lIns="0" tIns="0" rIns="0" bIns="0">
            <a:spAutoFit/>
            <a:scene3d>
              <a:camera prst="orthographicFront"/>
              <a:lightRig rig="threePt" dir="t"/>
            </a:scene3d>
            <a:sp3d>
              <a:bevelT w="0" h="0"/>
            </a:sp3d>
          </a:bodyPr>
          <a:lstStyle/>
          <a:p>
            <a:endParaRPr lang="ko-KR" altLang="en-US" sz="900" spc="-100" dirty="0">
              <a:ln>
                <a:solidFill>
                  <a:schemeClr val="bg1">
                    <a:alpha val="0"/>
                  </a:schemeClr>
                </a:solidFill>
              </a:ln>
              <a:latin typeface="+mn-ea"/>
              <a:ea typeface="+mn-ea"/>
            </a:endParaRPr>
          </a:p>
        </p:txBody>
      </p:sp>
      <p:sp>
        <p:nvSpPr>
          <p:cNvPr id="24" name="타원 23">
            <a:extLst>
              <a:ext uri="{FF2B5EF4-FFF2-40B4-BE49-F238E27FC236}">
                <a16:creationId xmlns:a16="http://schemas.microsoft.com/office/drawing/2014/main" id="{595C20FC-7BBD-47EA-90FE-26D2E77F5A8D}"/>
              </a:ext>
            </a:extLst>
          </p:cNvPr>
          <p:cNvSpPr/>
          <p:nvPr/>
        </p:nvSpPr>
        <p:spPr>
          <a:xfrm>
            <a:off x="4246928" y="1806595"/>
            <a:ext cx="79060" cy="110237"/>
          </a:xfrm>
          <a:prstGeom prst="ellipse">
            <a:avLst/>
          </a:prstGeom>
          <a:solidFill>
            <a:srgbClr val="014099"/>
          </a:solidFill>
          <a:ln w="15875">
            <a:solidFill>
              <a:schemeClr val="bg1"/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8856" rIns="0" bIns="38856" rtlCol="0" anchor="ctr"/>
          <a:lstStyle/>
          <a:p>
            <a:pPr algn="ctr" latinLnBrk="0"/>
            <a:endParaRPr lang="ko-KR" altLang="en-US" sz="1079">
              <a:ln>
                <a:solidFill>
                  <a:schemeClr val="bg1">
                    <a:lumMod val="65000"/>
                    <a:alpha val="0"/>
                  </a:schemeClr>
                </a:solidFill>
              </a:ln>
              <a:solidFill>
                <a:schemeClr val="tx1"/>
              </a:solidFill>
              <a:latin typeface="+mj-ea"/>
              <a:ea typeface="+mj-ea"/>
            </a:endParaRPr>
          </a:p>
        </p:txBody>
      </p:sp>
      <p:sp>
        <p:nvSpPr>
          <p:cNvPr id="25" name="타원 24">
            <a:extLst>
              <a:ext uri="{FF2B5EF4-FFF2-40B4-BE49-F238E27FC236}">
                <a16:creationId xmlns:a16="http://schemas.microsoft.com/office/drawing/2014/main" id="{A6985E94-DE02-4410-9312-5D56D57F26BC}"/>
              </a:ext>
            </a:extLst>
          </p:cNvPr>
          <p:cNvSpPr/>
          <p:nvPr/>
        </p:nvSpPr>
        <p:spPr>
          <a:xfrm>
            <a:off x="9625760" y="1806595"/>
            <a:ext cx="86965" cy="110237"/>
          </a:xfrm>
          <a:prstGeom prst="ellipse">
            <a:avLst/>
          </a:prstGeom>
          <a:solidFill>
            <a:srgbClr val="014099"/>
          </a:solidFill>
          <a:ln w="15875">
            <a:solidFill>
              <a:schemeClr val="bg1"/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8856" rIns="0" bIns="38856" rtlCol="0" anchor="ctr"/>
          <a:lstStyle/>
          <a:p>
            <a:pPr algn="ctr" latinLnBrk="0"/>
            <a:endParaRPr lang="ko-KR" altLang="en-US" sz="1079">
              <a:ln>
                <a:solidFill>
                  <a:schemeClr val="bg1">
                    <a:lumMod val="65000"/>
                    <a:alpha val="0"/>
                  </a:schemeClr>
                </a:solidFill>
              </a:ln>
              <a:solidFill>
                <a:schemeClr val="tx1"/>
              </a:solidFill>
              <a:latin typeface="+mj-ea"/>
              <a:ea typeface="+mj-ea"/>
            </a:endParaRPr>
          </a:p>
        </p:txBody>
      </p:sp>
      <p:sp>
        <p:nvSpPr>
          <p:cNvPr id="26" name="Line 2124"/>
          <p:cNvSpPr>
            <a:spLocks noChangeShapeType="1"/>
          </p:cNvSpPr>
          <p:nvPr/>
        </p:nvSpPr>
        <p:spPr bwMode="auto">
          <a:xfrm flipV="1">
            <a:off x="4649900" y="2192802"/>
            <a:ext cx="651047" cy="0"/>
          </a:xfrm>
          <a:prstGeom prst="line">
            <a:avLst/>
          </a:prstGeom>
          <a:noFill/>
          <a:ln w="25400" cap="rnd" cmpd="sng">
            <a:solidFill>
              <a:srgbClr val="014099"/>
            </a:solidFill>
            <a:prstDash val="solid"/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square" lIns="0" tIns="0" rIns="0" bIns="0">
            <a:spAutoFit/>
            <a:scene3d>
              <a:camera prst="orthographicFront"/>
              <a:lightRig rig="threePt" dir="t"/>
            </a:scene3d>
            <a:sp3d>
              <a:bevelT w="0" h="0"/>
            </a:sp3d>
          </a:bodyPr>
          <a:lstStyle/>
          <a:p>
            <a:endParaRPr lang="ko-KR" altLang="en-US" sz="900" spc="-100" dirty="0">
              <a:ln>
                <a:solidFill>
                  <a:schemeClr val="bg1">
                    <a:alpha val="0"/>
                  </a:schemeClr>
                </a:solidFill>
              </a:ln>
              <a:latin typeface="+mn-ea"/>
              <a:ea typeface="+mn-ea"/>
            </a:endParaRPr>
          </a:p>
        </p:txBody>
      </p:sp>
      <p:sp>
        <p:nvSpPr>
          <p:cNvPr id="27" name="타원 26">
            <a:extLst>
              <a:ext uri="{FF2B5EF4-FFF2-40B4-BE49-F238E27FC236}">
                <a16:creationId xmlns:a16="http://schemas.microsoft.com/office/drawing/2014/main" id="{595C20FC-7BBD-47EA-90FE-26D2E77F5A8D}"/>
              </a:ext>
            </a:extLst>
          </p:cNvPr>
          <p:cNvSpPr/>
          <p:nvPr/>
        </p:nvSpPr>
        <p:spPr>
          <a:xfrm>
            <a:off x="4584339" y="2137684"/>
            <a:ext cx="79060" cy="110237"/>
          </a:xfrm>
          <a:prstGeom prst="ellipse">
            <a:avLst/>
          </a:prstGeom>
          <a:solidFill>
            <a:srgbClr val="014099"/>
          </a:solidFill>
          <a:ln w="15875">
            <a:solidFill>
              <a:schemeClr val="bg1"/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8856" rIns="0" bIns="38856" rtlCol="0" anchor="ctr"/>
          <a:lstStyle/>
          <a:p>
            <a:pPr algn="ctr" latinLnBrk="0"/>
            <a:endParaRPr lang="ko-KR" altLang="en-US" sz="1079">
              <a:ln>
                <a:solidFill>
                  <a:schemeClr val="bg1">
                    <a:lumMod val="65000"/>
                    <a:alpha val="0"/>
                  </a:schemeClr>
                </a:solidFill>
              </a:ln>
              <a:solidFill>
                <a:schemeClr val="tx1"/>
              </a:solidFill>
              <a:latin typeface="+mj-ea"/>
              <a:ea typeface="+mj-ea"/>
            </a:endParaRPr>
          </a:p>
        </p:txBody>
      </p:sp>
      <p:sp>
        <p:nvSpPr>
          <p:cNvPr id="28" name="타원 27">
            <a:extLst>
              <a:ext uri="{FF2B5EF4-FFF2-40B4-BE49-F238E27FC236}">
                <a16:creationId xmlns:a16="http://schemas.microsoft.com/office/drawing/2014/main" id="{A6985E94-DE02-4410-9312-5D56D57F26BC}"/>
              </a:ext>
            </a:extLst>
          </p:cNvPr>
          <p:cNvSpPr/>
          <p:nvPr/>
        </p:nvSpPr>
        <p:spPr>
          <a:xfrm>
            <a:off x="5288674" y="2130334"/>
            <a:ext cx="79060" cy="110237"/>
          </a:xfrm>
          <a:prstGeom prst="ellipse">
            <a:avLst/>
          </a:prstGeom>
          <a:solidFill>
            <a:srgbClr val="014099"/>
          </a:solidFill>
          <a:ln w="15875">
            <a:solidFill>
              <a:schemeClr val="bg1"/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8856" rIns="0" bIns="38856" rtlCol="0" anchor="ctr"/>
          <a:lstStyle/>
          <a:p>
            <a:pPr algn="ctr" latinLnBrk="0"/>
            <a:endParaRPr lang="ko-KR" altLang="en-US" sz="1079">
              <a:ln>
                <a:solidFill>
                  <a:schemeClr val="bg1">
                    <a:lumMod val="65000"/>
                    <a:alpha val="0"/>
                  </a:schemeClr>
                </a:solidFill>
              </a:ln>
              <a:solidFill>
                <a:schemeClr val="tx1"/>
              </a:solidFill>
              <a:latin typeface="+mj-ea"/>
              <a:ea typeface="+mj-ea"/>
            </a:endParaRPr>
          </a:p>
        </p:txBody>
      </p:sp>
      <p:sp>
        <p:nvSpPr>
          <p:cNvPr id="29" name="Line 2124"/>
          <p:cNvSpPr>
            <a:spLocks noChangeShapeType="1"/>
          </p:cNvSpPr>
          <p:nvPr/>
        </p:nvSpPr>
        <p:spPr bwMode="auto">
          <a:xfrm>
            <a:off x="7412419" y="2193385"/>
            <a:ext cx="1078556" cy="0"/>
          </a:xfrm>
          <a:prstGeom prst="line">
            <a:avLst/>
          </a:prstGeom>
          <a:noFill/>
          <a:ln w="25400" cap="rnd" cmpd="sng">
            <a:solidFill>
              <a:srgbClr val="014099"/>
            </a:solidFill>
            <a:prstDash val="solid"/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square" lIns="0" tIns="0" rIns="0" bIns="0">
            <a:spAutoFit/>
            <a:scene3d>
              <a:camera prst="orthographicFront"/>
              <a:lightRig rig="threePt" dir="t"/>
            </a:scene3d>
            <a:sp3d>
              <a:bevelT w="0" h="0"/>
            </a:sp3d>
          </a:bodyPr>
          <a:lstStyle/>
          <a:p>
            <a:endParaRPr lang="ko-KR" altLang="en-US" sz="900" spc="-100" dirty="0">
              <a:ln>
                <a:solidFill>
                  <a:schemeClr val="bg1">
                    <a:alpha val="0"/>
                  </a:schemeClr>
                </a:solidFill>
              </a:ln>
              <a:latin typeface="+mn-ea"/>
              <a:ea typeface="+mn-ea"/>
            </a:endParaRPr>
          </a:p>
        </p:txBody>
      </p:sp>
      <p:sp>
        <p:nvSpPr>
          <p:cNvPr id="30" name="타원 29">
            <a:extLst>
              <a:ext uri="{FF2B5EF4-FFF2-40B4-BE49-F238E27FC236}">
                <a16:creationId xmlns:a16="http://schemas.microsoft.com/office/drawing/2014/main" id="{595C20FC-7BBD-47EA-90FE-26D2E77F5A8D}"/>
              </a:ext>
            </a:extLst>
          </p:cNvPr>
          <p:cNvSpPr/>
          <p:nvPr/>
        </p:nvSpPr>
        <p:spPr>
          <a:xfrm>
            <a:off x="7388477" y="2132933"/>
            <a:ext cx="79060" cy="110237"/>
          </a:xfrm>
          <a:prstGeom prst="ellipse">
            <a:avLst/>
          </a:prstGeom>
          <a:solidFill>
            <a:srgbClr val="014099"/>
          </a:solidFill>
          <a:ln w="15875">
            <a:solidFill>
              <a:schemeClr val="bg1"/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8856" rIns="0" bIns="38856" rtlCol="0" anchor="ctr"/>
          <a:lstStyle/>
          <a:p>
            <a:pPr algn="ctr" latinLnBrk="0"/>
            <a:endParaRPr lang="ko-KR" altLang="en-US" sz="1079">
              <a:ln>
                <a:solidFill>
                  <a:schemeClr val="bg1">
                    <a:lumMod val="65000"/>
                    <a:alpha val="0"/>
                  </a:schemeClr>
                </a:solidFill>
              </a:ln>
              <a:solidFill>
                <a:schemeClr val="tx1"/>
              </a:solidFill>
              <a:latin typeface="+mj-ea"/>
              <a:ea typeface="+mj-ea"/>
            </a:endParaRPr>
          </a:p>
        </p:txBody>
      </p:sp>
      <p:sp>
        <p:nvSpPr>
          <p:cNvPr id="31" name="타원 30">
            <a:extLst>
              <a:ext uri="{FF2B5EF4-FFF2-40B4-BE49-F238E27FC236}">
                <a16:creationId xmlns:a16="http://schemas.microsoft.com/office/drawing/2014/main" id="{A6985E94-DE02-4410-9312-5D56D57F26BC}"/>
              </a:ext>
            </a:extLst>
          </p:cNvPr>
          <p:cNvSpPr/>
          <p:nvPr/>
        </p:nvSpPr>
        <p:spPr>
          <a:xfrm>
            <a:off x="8423392" y="2141764"/>
            <a:ext cx="79060" cy="110237"/>
          </a:xfrm>
          <a:prstGeom prst="ellipse">
            <a:avLst/>
          </a:prstGeom>
          <a:solidFill>
            <a:srgbClr val="014099"/>
          </a:solidFill>
          <a:ln w="15875">
            <a:solidFill>
              <a:schemeClr val="bg1"/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8856" rIns="0" bIns="38856" rtlCol="0" anchor="ctr"/>
          <a:lstStyle/>
          <a:p>
            <a:pPr algn="ctr" latinLnBrk="0"/>
            <a:endParaRPr lang="ko-KR" altLang="en-US" sz="1079">
              <a:ln>
                <a:solidFill>
                  <a:schemeClr val="bg1">
                    <a:lumMod val="65000"/>
                    <a:alpha val="0"/>
                  </a:schemeClr>
                </a:solidFill>
              </a:ln>
              <a:solidFill>
                <a:schemeClr val="tx1"/>
              </a:solidFill>
              <a:latin typeface="+mj-ea"/>
              <a:ea typeface="+mj-ea"/>
            </a:endParaRPr>
          </a:p>
        </p:txBody>
      </p:sp>
      <p:sp>
        <p:nvSpPr>
          <p:cNvPr id="34" name="타원 33">
            <a:extLst>
              <a:ext uri="{FF2B5EF4-FFF2-40B4-BE49-F238E27FC236}">
                <a16:creationId xmlns:a16="http://schemas.microsoft.com/office/drawing/2014/main" id="{A6985E94-DE02-4410-9312-5D56D57F26BC}"/>
              </a:ext>
            </a:extLst>
          </p:cNvPr>
          <p:cNvSpPr/>
          <p:nvPr/>
        </p:nvSpPr>
        <p:spPr>
          <a:xfrm>
            <a:off x="6379933" y="2513545"/>
            <a:ext cx="79060" cy="110237"/>
          </a:xfrm>
          <a:prstGeom prst="ellipse">
            <a:avLst/>
          </a:prstGeom>
          <a:solidFill>
            <a:srgbClr val="014099"/>
          </a:solidFill>
          <a:ln w="15875">
            <a:solidFill>
              <a:schemeClr val="bg1"/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8856" rIns="0" bIns="38856" rtlCol="0" anchor="ctr"/>
          <a:lstStyle/>
          <a:p>
            <a:pPr algn="ctr" latinLnBrk="0"/>
            <a:endParaRPr lang="ko-KR" altLang="en-US" sz="1079">
              <a:ln>
                <a:solidFill>
                  <a:schemeClr val="bg1">
                    <a:lumMod val="65000"/>
                    <a:alpha val="0"/>
                  </a:schemeClr>
                </a:solidFill>
              </a:ln>
              <a:solidFill>
                <a:schemeClr val="tx1"/>
              </a:solidFill>
              <a:latin typeface="+mj-ea"/>
              <a:ea typeface="+mj-ea"/>
            </a:endParaRPr>
          </a:p>
        </p:txBody>
      </p:sp>
      <p:sp>
        <p:nvSpPr>
          <p:cNvPr id="35" name="Line 2124"/>
          <p:cNvSpPr>
            <a:spLocks noChangeShapeType="1"/>
          </p:cNvSpPr>
          <p:nvPr/>
        </p:nvSpPr>
        <p:spPr bwMode="auto">
          <a:xfrm flipV="1">
            <a:off x="4310622" y="2912049"/>
            <a:ext cx="5351096" cy="19303"/>
          </a:xfrm>
          <a:prstGeom prst="line">
            <a:avLst/>
          </a:prstGeom>
          <a:noFill/>
          <a:ln w="25400" cap="rnd" cmpd="sng">
            <a:solidFill>
              <a:srgbClr val="014099"/>
            </a:solidFill>
            <a:prstDash val="solid"/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square" lIns="0" tIns="0" rIns="0" bIns="0">
            <a:spAutoFit/>
            <a:scene3d>
              <a:camera prst="orthographicFront"/>
              <a:lightRig rig="threePt" dir="t"/>
            </a:scene3d>
            <a:sp3d>
              <a:bevelT w="0" h="0"/>
            </a:sp3d>
          </a:bodyPr>
          <a:lstStyle/>
          <a:p>
            <a:endParaRPr lang="ko-KR" altLang="en-US" sz="900" spc="-100" dirty="0">
              <a:ln>
                <a:solidFill>
                  <a:schemeClr val="bg1">
                    <a:alpha val="0"/>
                  </a:schemeClr>
                </a:solidFill>
              </a:ln>
              <a:latin typeface="+mn-ea"/>
              <a:ea typeface="+mn-ea"/>
            </a:endParaRPr>
          </a:p>
        </p:txBody>
      </p:sp>
      <p:sp>
        <p:nvSpPr>
          <p:cNvPr id="36" name="타원 35">
            <a:extLst>
              <a:ext uri="{FF2B5EF4-FFF2-40B4-BE49-F238E27FC236}">
                <a16:creationId xmlns:a16="http://schemas.microsoft.com/office/drawing/2014/main" id="{595C20FC-7BBD-47EA-90FE-26D2E77F5A8D}"/>
              </a:ext>
            </a:extLst>
          </p:cNvPr>
          <p:cNvSpPr/>
          <p:nvPr/>
        </p:nvSpPr>
        <p:spPr>
          <a:xfrm>
            <a:off x="4231562" y="2874415"/>
            <a:ext cx="79060" cy="110237"/>
          </a:xfrm>
          <a:prstGeom prst="ellipse">
            <a:avLst/>
          </a:prstGeom>
          <a:solidFill>
            <a:srgbClr val="014099"/>
          </a:solidFill>
          <a:ln w="15875">
            <a:solidFill>
              <a:schemeClr val="bg1"/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8856" rIns="0" bIns="38856" rtlCol="0" anchor="ctr"/>
          <a:lstStyle/>
          <a:p>
            <a:pPr algn="ctr" latinLnBrk="0"/>
            <a:endParaRPr lang="ko-KR" altLang="en-US" sz="1079">
              <a:ln>
                <a:solidFill>
                  <a:schemeClr val="bg1">
                    <a:lumMod val="65000"/>
                    <a:alpha val="0"/>
                  </a:schemeClr>
                </a:solidFill>
              </a:ln>
              <a:solidFill>
                <a:schemeClr val="tx1"/>
              </a:solidFill>
              <a:latin typeface="+mj-ea"/>
              <a:ea typeface="+mj-ea"/>
            </a:endParaRPr>
          </a:p>
        </p:txBody>
      </p:sp>
      <p:sp>
        <p:nvSpPr>
          <p:cNvPr id="37" name="타원 36">
            <a:extLst>
              <a:ext uri="{FF2B5EF4-FFF2-40B4-BE49-F238E27FC236}">
                <a16:creationId xmlns:a16="http://schemas.microsoft.com/office/drawing/2014/main" id="{A6985E94-DE02-4410-9312-5D56D57F26BC}"/>
              </a:ext>
            </a:extLst>
          </p:cNvPr>
          <p:cNvSpPr/>
          <p:nvPr/>
        </p:nvSpPr>
        <p:spPr>
          <a:xfrm>
            <a:off x="9610394" y="2856931"/>
            <a:ext cx="86965" cy="110237"/>
          </a:xfrm>
          <a:prstGeom prst="ellipse">
            <a:avLst/>
          </a:prstGeom>
          <a:solidFill>
            <a:srgbClr val="014099"/>
          </a:solidFill>
          <a:ln w="15875">
            <a:solidFill>
              <a:schemeClr val="bg1"/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8856" rIns="0" bIns="38856" rtlCol="0" anchor="ctr"/>
          <a:lstStyle/>
          <a:p>
            <a:pPr algn="ctr" latinLnBrk="0"/>
            <a:endParaRPr lang="ko-KR" altLang="en-US" sz="1079">
              <a:ln>
                <a:solidFill>
                  <a:schemeClr val="bg1">
                    <a:lumMod val="65000"/>
                    <a:alpha val="0"/>
                  </a:schemeClr>
                </a:solidFill>
              </a:ln>
              <a:solidFill>
                <a:schemeClr val="tx1"/>
              </a:solidFill>
              <a:latin typeface="+mj-ea"/>
              <a:ea typeface="+mj-ea"/>
            </a:endParaRPr>
          </a:p>
        </p:txBody>
      </p:sp>
      <p:sp>
        <p:nvSpPr>
          <p:cNvPr id="38" name="Text Box 2074"/>
          <p:cNvSpPr txBox="1">
            <a:spLocks noChangeArrowheads="1"/>
          </p:cNvSpPr>
          <p:nvPr/>
        </p:nvSpPr>
        <p:spPr bwMode="auto">
          <a:xfrm>
            <a:off x="6698807" y="3165272"/>
            <a:ext cx="2079149" cy="16927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spAutoFit/>
            <a:scene3d>
              <a:camera prst="orthographicFront"/>
              <a:lightRig rig="threePt" dir="t"/>
            </a:scene3d>
            <a:sp3d>
              <a:bevelT w="0" h="0"/>
            </a:sp3d>
          </a:bodyPr>
          <a:lstStyle>
            <a:defPPr>
              <a:defRPr lang="ko-KR"/>
            </a:defPPr>
            <a:lvl1pPr marL="72000" defTabSz="1289050">
              <a:defRPr kumimoji="1" sz="90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000000"/>
                </a:solidFill>
                <a:latin typeface="+mn-ea"/>
              </a:defRPr>
            </a:lvl1pPr>
            <a:lvl2pPr marL="742950" indent="-285750" defTabSz="1289050">
              <a:defRPr kumimoji="1">
                <a:latin typeface="굴림" pitchFamily="50" charset="-127"/>
                <a:ea typeface="굴림" pitchFamily="50" charset="-127"/>
              </a:defRPr>
            </a:lvl2pPr>
            <a:lvl3pPr marL="1143000" indent="-228600" defTabSz="1289050">
              <a:defRPr kumimoji="1">
                <a:latin typeface="굴림" pitchFamily="50" charset="-127"/>
                <a:ea typeface="굴림" pitchFamily="50" charset="-127"/>
              </a:defRPr>
            </a:lvl3pPr>
            <a:lvl4pPr marL="1600200" indent="-228600" defTabSz="1289050">
              <a:defRPr kumimoji="1">
                <a:latin typeface="굴림" pitchFamily="50" charset="-127"/>
                <a:ea typeface="굴림" pitchFamily="50" charset="-127"/>
              </a:defRPr>
            </a:lvl4pPr>
            <a:lvl5pPr marL="2057400" indent="-228600" defTabSz="1289050">
              <a:defRPr kumimoji="1">
                <a:latin typeface="굴림" pitchFamily="50" charset="-127"/>
                <a:ea typeface="굴림" pitchFamily="50" charset="-127"/>
              </a:defRPr>
            </a:lvl5pPr>
            <a:lvl6pPr marL="2514600" indent="-228600" defTabSz="1289050" fontAlgn="base">
              <a:spcBef>
                <a:spcPct val="0"/>
              </a:spcBef>
              <a:spcAft>
                <a:spcPct val="0"/>
              </a:spcAft>
              <a:defRPr kumimoji="1">
                <a:latin typeface="굴림" pitchFamily="50" charset="-127"/>
                <a:ea typeface="굴림" pitchFamily="50" charset="-127"/>
              </a:defRPr>
            </a:lvl6pPr>
            <a:lvl7pPr marL="2971800" indent="-228600" defTabSz="1289050" fontAlgn="base">
              <a:spcBef>
                <a:spcPct val="0"/>
              </a:spcBef>
              <a:spcAft>
                <a:spcPct val="0"/>
              </a:spcAft>
              <a:defRPr kumimoji="1">
                <a:latin typeface="굴림" pitchFamily="50" charset="-127"/>
                <a:ea typeface="굴림" pitchFamily="50" charset="-127"/>
              </a:defRPr>
            </a:lvl7pPr>
            <a:lvl8pPr marL="3429000" indent="-228600" defTabSz="1289050" fontAlgn="base">
              <a:spcBef>
                <a:spcPct val="0"/>
              </a:spcBef>
              <a:spcAft>
                <a:spcPct val="0"/>
              </a:spcAft>
              <a:defRPr kumimoji="1">
                <a:latin typeface="굴림" pitchFamily="50" charset="-127"/>
                <a:ea typeface="굴림" pitchFamily="50" charset="-127"/>
              </a:defRPr>
            </a:lvl8pPr>
            <a:lvl9pPr marL="3886200" indent="-228600" defTabSz="1289050" fontAlgn="base">
              <a:spcBef>
                <a:spcPct val="0"/>
              </a:spcBef>
              <a:spcAft>
                <a:spcPct val="0"/>
              </a:spcAft>
              <a:defRPr kumimoji="1">
                <a:latin typeface="굴림" pitchFamily="50" charset="-127"/>
                <a:ea typeface="굴림" pitchFamily="50" charset="-127"/>
              </a:defRPr>
            </a:lvl9pPr>
          </a:lstStyle>
          <a:p>
            <a:pPr marL="86601" indent="-86601" defTabSz="497736" fontAlgn="ctr" latinLnBrk="0">
              <a:spcBef>
                <a:spcPct val="20000"/>
              </a:spcBef>
              <a:defRPr/>
            </a:pPr>
            <a:r>
              <a:rPr lang="ko-KR" altLang="en-US" sz="1100" kern="0" spc="-149" dirty="0">
                <a:ln>
                  <a:solidFill>
                    <a:prstClr val="white">
                      <a:lumMod val="65000"/>
                      <a:alpha val="0"/>
                    </a:prst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지자기 모델 </a:t>
            </a:r>
            <a:r>
              <a:rPr lang="ko-KR" altLang="en-US" sz="1100" kern="0" spc="-149" dirty="0" err="1">
                <a:ln>
                  <a:solidFill>
                    <a:prstClr val="white">
                      <a:lumMod val="65000"/>
                      <a:alpha val="0"/>
                    </a:prst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시범구축</a:t>
            </a:r>
            <a:r>
              <a:rPr lang="ko-KR" altLang="en-US" sz="1100" kern="0" spc="-149" dirty="0">
                <a:ln>
                  <a:solidFill>
                    <a:prstClr val="white">
                      <a:lumMod val="65000"/>
                      <a:alpha val="0"/>
                    </a:prst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 최적 계산</a:t>
            </a:r>
          </a:p>
        </p:txBody>
      </p:sp>
      <p:sp>
        <p:nvSpPr>
          <p:cNvPr id="39" name="Text Box 2074"/>
          <p:cNvSpPr txBox="1">
            <a:spLocks noChangeArrowheads="1"/>
          </p:cNvSpPr>
          <p:nvPr/>
        </p:nvSpPr>
        <p:spPr bwMode="auto">
          <a:xfrm>
            <a:off x="5745088" y="1632609"/>
            <a:ext cx="2387602" cy="16927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spAutoFit/>
            <a:scene3d>
              <a:camera prst="orthographicFront"/>
              <a:lightRig rig="threePt" dir="t"/>
            </a:scene3d>
            <a:sp3d>
              <a:bevelT w="0" h="0"/>
            </a:sp3d>
          </a:bodyPr>
          <a:lstStyle>
            <a:defPPr>
              <a:defRPr lang="ko-KR"/>
            </a:defPPr>
            <a:lvl1pPr marL="72000" defTabSz="1289050">
              <a:defRPr kumimoji="1" sz="90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000000"/>
                </a:solidFill>
                <a:latin typeface="+mn-ea"/>
              </a:defRPr>
            </a:lvl1pPr>
            <a:lvl2pPr marL="742950" indent="-285750" defTabSz="1289050">
              <a:defRPr kumimoji="1">
                <a:latin typeface="굴림" pitchFamily="50" charset="-127"/>
                <a:ea typeface="굴림" pitchFamily="50" charset="-127"/>
              </a:defRPr>
            </a:lvl2pPr>
            <a:lvl3pPr marL="1143000" indent="-228600" defTabSz="1289050">
              <a:defRPr kumimoji="1">
                <a:latin typeface="굴림" pitchFamily="50" charset="-127"/>
                <a:ea typeface="굴림" pitchFamily="50" charset="-127"/>
              </a:defRPr>
            </a:lvl3pPr>
            <a:lvl4pPr marL="1600200" indent="-228600" defTabSz="1289050">
              <a:defRPr kumimoji="1">
                <a:latin typeface="굴림" pitchFamily="50" charset="-127"/>
                <a:ea typeface="굴림" pitchFamily="50" charset="-127"/>
              </a:defRPr>
            </a:lvl4pPr>
            <a:lvl5pPr marL="2057400" indent="-228600" defTabSz="1289050">
              <a:defRPr kumimoji="1">
                <a:latin typeface="굴림" pitchFamily="50" charset="-127"/>
                <a:ea typeface="굴림" pitchFamily="50" charset="-127"/>
              </a:defRPr>
            </a:lvl5pPr>
            <a:lvl6pPr marL="2514600" indent="-228600" defTabSz="1289050" fontAlgn="base">
              <a:spcBef>
                <a:spcPct val="0"/>
              </a:spcBef>
              <a:spcAft>
                <a:spcPct val="0"/>
              </a:spcAft>
              <a:defRPr kumimoji="1">
                <a:latin typeface="굴림" pitchFamily="50" charset="-127"/>
                <a:ea typeface="굴림" pitchFamily="50" charset="-127"/>
              </a:defRPr>
            </a:lvl6pPr>
            <a:lvl7pPr marL="2971800" indent="-228600" defTabSz="1289050" fontAlgn="base">
              <a:spcBef>
                <a:spcPct val="0"/>
              </a:spcBef>
              <a:spcAft>
                <a:spcPct val="0"/>
              </a:spcAft>
              <a:defRPr kumimoji="1">
                <a:latin typeface="굴림" pitchFamily="50" charset="-127"/>
                <a:ea typeface="굴림" pitchFamily="50" charset="-127"/>
              </a:defRPr>
            </a:lvl7pPr>
            <a:lvl8pPr marL="3429000" indent="-228600" defTabSz="1289050" fontAlgn="base">
              <a:spcBef>
                <a:spcPct val="0"/>
              </a:spcBef>
              <a:spcAft>
                <a:spcPct val="0"/>
              </a:spcAft>
              <a:defRPr kumimoji="1">
                <a:latin typeface="굴림" pitchFamily="50" charset="-127"/>
                <a:ea typeface="굴림" pitchFamily="50" charset="-127"/>
              </a:defRPr>
            </a:lvl8pPr>
            <a:lvl9pPr marL="3886200" indent="-228600" defTabSz="1289050" fontAlgn="base">
              <a:spcBef>
                <a:spcPct val="0"/>
              </a:spcBef>
              <a:spcAft>
                <a:spcPct val="0"/>
              </a:spcAft>
              <a:defRPr kumimoji="1">
                <a:latin typeface="굴림" pitchFamily="50" charset="-127"/>
                <a:ea typeface="굴림" pitchFamily="50" charset="-127"/>
              </a:defRPr>
            </a:lvl9pPr>
          </a:lstStyle>
          <a:p>
            <a:pPr marL="86601" indent="-86601" defTabSz="497736" fontAlgn="ctr" latinLnBrk="0">
              <a:spcBef>
                <a:spcPct val="20000"/>
              </a:spcBef>
              <a:defRPr/>
            </a:pPr>
            <a:r>
              <a:rPr lang="ko-KR" altLang="en-US" sz="1100" kern="0" spc="-149" dirty="0">
                <a:ln>
                  <a:solidFill>
                    <a:prstClr val="white">
                      <a:lumMod val="65000"/>
                      <a:alpha val="0"/>
                    </a:prst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관측망 확대 및 유지관리 방안</a:t>
            </a:r>
          </a:p>
        </p:txBody>
      </p:sp>
      <p:sp>
        <p:nvSpPr>
          <p:cNvPr id="40" name="Text Box 2074"/>
          <p:cNvSpPr txBox="1">
            <a:spLocks noChangeArrowheads="1"/>
          </p:cNvSpPr>
          <p:nvPr/>
        </p:nvSpPr>
        <p:spPr bwMode="auto">
          <a:xfrm>
            <a:off x="4371554" y="1995201"/>
            <a:ext cx="1283794" cy="16927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spAutoFit/>
            <a:scene3d>
              <a:camera prst="orthographicFront"/>
              <a:lightRig rig="threePt" dir="t"/>
            </a:scene3d>
            <a:sp3d>
              <a:bevelT w="0" h="0"/>
            </a:sp3d>
          </a:bodyPr>
          <a:lstStyle>
            <a:defPPr>
              <a:defRPr lang="ko-KR"/>
            </a:defPPr>
            <a:lvl1pPr marL="72000" defTabSz="1289050">
              <a:defRPr kumimoji="1" sz="90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000000"/>
                </a:solidFill>
                <a:latin typeface="+mn-ea"/>
              </a:defRPr>
            </a:lvl1pPr>
            <a:lvl2pPr marL="742950" indent="-285750" defTabSz="1289050">
              <a:defRPr kumimoji="1">
                <a:latin typeface="굴림" pitchFamily="50" charset="-127"/>
                <a:ea typeface="굴림" pitchFamily="50" charset="-127"/>
              </a:defRPr>
            </a:lvl2pPr>
            <a:lvl3pPr marL="1143000" indent="-228600" defTabSz="1289050">
              <a:defRPr kumimoji="1">
                <a:latin typeface="굴림" pitchFamily="50" charset="-127"/>
                <a:ea typeface="굴림" pitchFamily="50" charset="-127"/>
              </a:defRPr>
            </a:lvl3pPr>
            <a:lvl4pPr marL="1600200" indent="-228600" defTabSz="1289050">
              <a:defRPr kumimoji="1">
                <a:latin typeface="굴림" pitchFamily="50" charset="-127"/>
                <a:ea typeface="굴림" pitchFamily="50" charset="-127"/>
              </a:defRPr>
            </a:lvl4pPr>
            <a:lvl5pPr marL="2057400" indent="-228600" defTabSz="1289050">
              <a:defRPr kumimoji="1">
                <a:latin typeface="굴림" pitchFamily="50" charset="-127"/>
                <a:ea typeface="굴림" pitchFamily="50" charset="-127"/>
              </a:defRPr>
            </a:lvl5pPr>
            <a:lvl6pPr marL="2514600" indent="-228600" defTabSz="1289050" fontAlgn="base">
              <a:spcBef>
                <a:spcPct val="0"/>
              </a:spcBef>
              <a:spcAft>
                <a:spcPct val="0"/>
              </a:spcAft>
              <a:defRPr kumimoji="1">
                <a:latin typeface="굴림" pitchFamily="50" charset="-127"/>
                <a:ea typeface="굴림" pitchFamily="50" charset="-127"/>
              </a:defRPr>
            </a:lvl6pPr>
            <a:lvl7pPr marL="2971800" indent="-228600" defTabSz="1289050" fontAlgn="base">
              <a:spcBef>
                <a:spcPct val="0"/>
              </a:spcBef>
              <a:spcAft>
                <a:spcPct val="0"/>
              </a:spcAft>
              <a:defRPr kumimoji="1">
                <a:latin typeface="굴림" pitchFamily="50" charset="-127"/>
                <a:ea typeface="굴림" pitchFamily="50" charset="-127"/>
              </a:defRPr>
            </a:lvl7pPr>
            <a:lvl8pPr marL="3429000" indent="-228600" defTabSz="1289050" fontAlgn="base">
              <a:spcBef>
                <a:spcPct val="0"/>
              </a:spcBef>
              <a:spcAft>
                <a:spcPct val="0"/>
              </a:spcAft>
              <a:defRPr kumimoji="1">
                <a:latin typeface="굴림" pitchFamily="50" charset="-127"/>
                <a:ea typeface="굴림" pitchFamily="50" charset="-127"/>
              </a:defRPr>
            </a:lvl8pPr>
            <a:lvl9pPr marL="3886200" indent="-228600" defTabSz="1289050" fontAlgn="base">
              <a:spcBef>
                <a:spcPct val="0"/>
              </a:spcBef>
              <a:spcAft>
                <a:spcPct val="0"/>
              </a:spcAft>
              <a:defRPr kumimoji="1">
                <a:latin typeface="굴림" pitchFamily="50" charset="-127"/>
                <a:ea typeface="굴림" pitchFamily="50" charset="-127"/>
              </a:defRPr>
            </a:lvl9pPr>
          </a:lstStyle>
          <a:p>
            <a:pPr marL="86601" indent="-86601" defTabSz="497736" fontAlgn="ctr" latinLnBrk="0">
              <a:spcBef>
                <a:spcPct val="20000"/>
              </a:spcBef>
              <a:defRPr/>
            </a:pPr>
            <a:r>
              <a:rPr lang="ko-KR" altLang="en-US" sz="1100" kern="0" spc="-149" dirty="0">
                <a:ln>
                  <a:solidFill>
                    <a:prstClr val="white">
                      <a:lumMod val="65000"/>
                      <a:alpha val="0"/>
                    </a:prst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관측망 입지분석</a:t>
            </a:r>
          </a:p>
        </p:txBody>
      </p:sp>
      <p:sp>
        <p:nvSpPr>
          <p:cNvPr id="41" name="Text Box 2074"/>
          <p:cNvSpPr txBox="1">
            <a:spLocks noChangeArrowheads="1"/>
          </p:cNvSpPr>
          <p:nvPr/>
        </p:nvSpPr>
        <p:spPr bwMode="auto">
          <a:xfrm>
            <a:off x="7330424" y="1996982"/>
            <a:ext cx="1283794" cy="16927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spAutoFit/>
            <a:scene3d>
              <a:camera prst="orthographicFront"/>
              <a:lightRig rig="threePt" dir="t"/>
            </a:scene3d>
            <a:sp3d>
              <a:bevelT w="0" h="0"/>
            </a:sp3d>
          </a:bodyPr>
          <a:lstStyle>
            <a:defPPr>
              <a:defRPr lang="ko-KR"/>
            </a:defPPr>
            <a:lvl1pPr marL="72000" defTabSz="1289050">
              <a:defRPr kumimoji="1" sz="90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000000"/>
                </a:solidFill>
                <a:latin typeface="+mn-ea"/>
              </a:defRPr>
            </a:lvl1pPr>
            <a:lvl2pPr marL="742950" indent="-285750" defTabSz="1289050">
              <a:defRPr kumimoji="1">
                <a:latin typeface="굴림" pitchFamily="50" charset="-127"/>
                <a:ea typeface="굴림" pitchFamily="50" charset="-127"/>
              </a:defRPr>
            </a:lvl2pPr>
            <a:lvl3pPr marL="1143000" indent="-228600" defTabSz="1289050">
              <a:defRPr kumimoji="1">
                <a:latin typeface="굴림" pitchFamily="50" charset="-127"/>
                <a:ea typeface="굴림" pitchFamily="50" charset="-127"/>
              </a:defRPr>
            </a:lvl3pPr>
            <a:lvl4pPr marL="1600200" indent="-228600" defTabSz="1289050">
              <a:defRPr kumimoji="1">
                <a:latin typeface="굴림" pitchFamily="50" charset="-127"/>
                <a:ea typeface="굴림" pitchFamily="50" charset="-127"/>
              </a:defRPr>
            </a:lvl4pPr>
            <a:lvl5pPr marL="2057400" indent="-228600" defTabSz="1289050">
              <a:defRPr kumimoji="1">
                <a:latin typeface="굴림" pitchFamily="50" charset="-127"/>
                <a:ea typeface="굴림" pitchFamily="50" charset="-127"/>
              </a:defRPr>
            </a:lvl5pPr>
            <a:lvl6pPr marL="2514600" indent="-228600" defTabSz="1289050" fontAlgn="base">
              <a:spcBef>
                <a:spcPct val="0"/>
              </a:spcBef>
              <a:spcAft>
                <a:spcPct val="0"/>
              </a:spcAft>
              <a:defRPr kumimoji="1">
                <a:latin typeface="굴림" pitchFamily="50" charset="-127"/>
                <a:ea typeface="굴림" pitchFamily="50" charset="-127"/>
              </a:defRPr>
            </a:lvl6pPr>
            <a:lvl7pPr marL="2971800" indent="-228600" defTabSz="1289050" fontAlgn="base">
              <a:spcBef>
                <a:spcPct val="0"/>
              </a:spcBef>
              <a:spcAft>
                <a:spcPct val="0"/>
              </a:spcAft>
              <a:defRPr kumimoji="1">
                <a:latin typeface="굴림" pitchFamily="50" charset="-127"/>
                <a:ea typeface="굴림" pitchFamily="50" charset="-127"/>
              </a:defRPr>
            </a:lvl7pPr>
            <a:lvl8pPr marL="3429000" indent="-228600" defTabSz="1289050" fontAlgn="base">
              <a:spcBef>
                <a:spcPct val="0"/>
              </a:spcBef>
              <a:spcAft>
                <a:spcPct val="0"/>
              </a:spcAft>
              <a:defRPr kumimoji="1">
                <a:latin typeface="굴림" pitchFamily="50" charset="-127"/>
                <a:ea typeface="굴림" pitchFamily="50" charset="-127"/>
              </a:defRPr>
            </a:lvl8pPr>
            <a:lvl9pPr marL="3886200" indent="-228600" defTabSz="1289050" fontAlgn="base">
              <a:spcBef>
                <a:spcPct val="0"/>
              </a:spcBef>
              <a:spcAft>
                <a:spcPct val="0"/>
              </a:spcAft>
              <a:defRPr kumimoji="1">
                <a:latin typeface="굴림" pitchFamily="50" charset="-127"/>
                <a:ea typeface="굴림" pitchFamily="50" charset="-127"/>
              </a:defRPr>
            </a:lvl9pPr>
          </a:lstStyle>
          <a:p>
            <a:pPr marL="86601" indent="-86601" defTabSz="497736" fontAlgn="ctr" latinLnBrk="0">
              <a:spcBef>
                <a:spcPct val="20000"/>
              </a:spcBef>
              <a:defRPr/>
            </a:pPr>
            <a:r>
              <a:rPr lang="ko-KR" altLang="en-US" sz="1100" kern="0" spc="-149" dirty="0">
                <a:ln>
                  <a:solidFill>
                    <a:prstClr val="white">
                      <a:lumMod val="65000"/>
                      <a:alpha val="0"/>
                    </a:prst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표지 설치 및 관측</a:t>
            </a:r>
          </a:p>
        </p:txBody>
      </p:sp>
      <p:sp>
        <p:nvSpPr>
          <p:cNvPr id="42" name="Text Box 2074"/>
          <p:cNvSpPr txBox="1">
            <a:spLocks noChangeArrowheads="1"/>
          </p:cNvSpPr>
          <p:nvPr/>
        </p:nvSpPr>
        <p:spPr bwMode="auto">
          <a:xfrm>
            <a:off x="6401823" y="2287997"/>
            <a:ext cx="1077952" cy="16927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spAutoFit/>
            <a:scene3d>
              <a:camera prst="orthographicFront"/>
              <a:lightRig rig="threePt" dir="t"/>
            </a:scene3d>
            <a:sp3d>
              <a:bevelT w="0" h="0"/>
            </a:sp3d>
          </a:bodyPr>
          <a:lstStyle>
            <a:defPPr>
              <a:defRPr lang="ko-KR"/>
            </a:defPPr>
            <a:lvl1pPr marL="72000" defTabSz="1289050">
              <a:defRPr kumimoji="1" sz="90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000000"/>
                </a:solidFill>
                <a:latin typeface="+mn-ea"/>
              </a:defRPr>
            </a:lvl1pPr>
            <a:lvl2pPr marL="742950" indent="-285750" defTabSz="1289050">
              <a:defRPr kumimoji="1">
                <a:latin typeface="굴림" pitchFamily="50" charset="-127"/>
                <a:ea typeface="굴림" pitchFamily="50" charset="-127"/>
              </a:defRPr>
            </a:lvl2pPr>
            <a:lvl3pPr marL="1143000" indent="-228600" defTabSz="1289050">
              <a:defRPr kumimoji="1">
                <a:latin typeface="굴림" pitchFamily="50" charset="-127"/>
                <a:ea typeface="굴림" pitchFamily="50" charset="-127"/>
              </a:defRPr>
            </a:lvl3pPr>
            <a:lvl4pPr marL="1600200" indent="-228600" defTabSz="1289050">
              <a:defRPr kumimoji="1">
                <a:latin typeface="굴림" pitchFamily="50" charset="-127"/>
                <a:ea typeface="굴림" pitchFamily="50" charset="-127"/>
              </a:defRPr>
            </a:lvl4pPr>
            <a:lvl5pPr marL="2057400" indent="-228600" defTabSz="1289050">
              <a:defRPr kumimoji="1">
                <a:latin typeface="굴림" pitchFamily="50" charset="-127"/>
                <a:ea typeface="굴림" pitchFamily="50" charset="-127"/>
              </a:defRPr>
            </a:lvl5pPr>
            <a:lvl6pPr marL="2514600" indent="-228600" defTabSz="1289050" fontAlgn="base">
              <a:spcBef>
                <a:spcPct val="0"/>
              </a:spcBef>
              <a:spcAft>
                <a:spcPct val="0"/>
              </a:spcAft>
              <a:defRPr kumimoji="1">
                <a:latin typeface="굴림" pitchFamily="50" charset="-127"/>
                <a:ea typeface="굴림" pitchFamily="50" charset="-127"/>
              </a:defRPr>
            </a:lvl6pPr>
            <a:lvl7pPr marL="2971800" indent="-228600" defTabSz="1289050" fontAlgn="base">
              <a:spcBef>
                <a:spcPct val="0"/>
              </a:spcBef>
              <a:spcAft>
                <a:spcPct val="0"/>
              </a:spcAft>
              <a:defRPr kumimoji="1">
                <a:latin typeface="굴림" pitchFamily="50" charset="-127"/>
                <a:ea typeface="굴림" pitchFamily="50" charset="-127"/>
              </a:defRPr>
            </a:lvl7pPr>
            <a:lvl8pPr marL="3429000" indent="-228600" defTabSz="1289050" fontAlgn="base">
              <a:spcBef>
                <a:spcPct val="0"/>
              </a:spcBef>
              <a:spcAft>
                <a:spcPct val="0"/>
              </a:spcAft>
              <a:defRPr kumimoji="1">
                <a:latin typeface="굴림" pitchFamily="50" charset="-127"/>
                <a:ea typeface="굴림" pitchFamily="50" charset="-127"/>
              </a:defRPr>
            </a:lvl8pPr>
            <a:lvl9pPr marL="3886200" indent="-228600" defTabSz="1289050" fontAlgn="base">
              <a:spcBef>
                <a:spcPct val="0"/>
              </a:spcBef>
              <a:spcAft>
                <a:spcPct val="0"/>
              </a:spcAft>
              <a:defRPr kumimoji="1">
                <a:latin typeface="굴림" pitchFamily="50" charset="-127"/>
                <a:ea typeface="굴림" pitchFamily="50" charset="-127"/>
              </a:defRPr>
            </a:lvl9pPr>
          </a:lstStyle>
          <a:p>
            <a:pPr marL="86601" indent="-86601" defTabSz="497736" fontAlgn="ctr" latinLnBrk="0">
              <a:spcBef>
                <a:spcPct val="20000"/>
              </a:spcBef>
              <a:defRPr/>
            </a:pPr>
            <a:r>
              <a:rPr lang="en-US" altLang="ko-KR" sz="1100" kern="0" spc="-149">
                <a:ln>
                  <a:solidFill>
                    <a:prstClr val="white">
                      <a:lumMod val="65000"/>
                      <a:alpha val="0"/>
                    </a:prst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GSM  </a:t>
            </a:r>
            <a:endParaRPr lang="ko-KR" altLang="en-US" sz="1100" kern="0" spc="-149" dirty="0">
              <a:ln>
                <a:solidFill>
                  <a:prstClr val="white">
                    <a:lumMod val="65000"/>
                    <a:alpha val="0"/>
                  </a:prstClr>
                </a:solidFill>
              </a:ln>
              <a:solidFill>
                <a:schemeClr val="tx1">
                  <a:lumMod val="85000"/>
                  <a:lumOff val="15000"/>
                </a:schemeClr>
              </a:solidFill>
              <a:latin typeface="KoPub돋움체 Medium" panose="00000600000000000000" pitchFamily="2" charset="-127"/>
              <a:ea typeface="KoPub돋움체 Medium" panose="00000600000000000000" pitchFamily="2" charset="-127"/>
            </a:endParaRPr>
          </a:p>
        </p:txBody>
      </p:sp>
      <p:sp>
        <p:nvSpPr>
          <p:cNvPr id="43" name="Text Box 2074"/>
          <p:cNvSpPr txBox="1">
            <a:spLocks noChangeArrowheads="1"/>
          </p:cNvSpPr>
          <p:nvPr/>
        </p:nvSpPr>
        <p:spPr bwMode="auto">
          <a:xfrm>
            <a:off x="5877476" y="2724944"/>
            <a:ext cx="2015849" cy="16927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spAutoFit/>
            <a:scene3d>
              <a:camera prst="orthographicFront"/>
              <a:lightRig rig="threePt" dir="t"/>
            </a:scene3d>
            <a:sp3d>
              <a:bevelT w="0" h="0"/>
            </a:sp3d>
          </a:bodyPr>
          <a:lstStyle>
            <a:defPPr>
              <a:defRPr lang="ko-KR"/>
            </a:defPPr>
            <a:lvl1pPr marL="72000" defTabSz="1289050">
              <a:defRPr kumimoji="1" sz="90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000000"/>
                </a:solidFill>
                <a:latin typeface="+mn-ea"/>
              </a:defRPr>
            </a:lvl1pPr>
            <a:lvl2pPr marL="742950" indent="-285750" defTabSz="1289050">
              <a:defRPr kumimoji="1">
                <a:latin typeface="굴림" pitchFamily="50" charset="-127"/>
                <a:ea typeface="굴림" pitchFamily="50" charset="-127"/>
              </a:defRPr>
            </a:lvl2pPr>
            <a:lvl3pPr marL="1143000" indent="-228600" defTabSz="1289050">
              <a:defRPr kumimoji="1">
                <a:latin typeface="굴림" pitchFamily="50" charset="-127"/>
                <a:ea typeface="굴림" pitchFamily="50" charset="-127"/>
              </a:defRPr>
            </a:lvl3pPr>
            <a:lvl4pPr marL="1600200" indent="-228600" defTabSz="1289050">
              <a:defRPr kumimoji="1">
                <a:latin typeface="굴림" pitchFamily="50" charset="-127"/>
                <a:ea typeface="굴림" pitchFamily="50" charset="-127"/>
              </a:defRPr>
            </a:lvl4pPr>
            <a:lvl5pPr marL="2057400" indent="-228600" defTabSz="1289050">
              <a:defRPr kumimoji="1">
                <a:latin typeface="굴림" pitchFamily="50" charset="-127"/>
                <a:ea typeface="굴림" pitchFamily="50" charset="-127"/>
              </a:defRPr>
            </a:lvl5pPr>
            <a:lvl6pPr marL="2514600" indent="-228600" defTabSz="1289050" fontAlgn="base">
              <a:spcBef>
                <a:spcPct val="0"/>
              </a:spcBef>
              <a:spcAft>
                <a:spcPct val="0"/>
              </a:spcAft>
              <a:defRPr kumimoji="1">
                <a:latin typeface="굴림" pitchFamily="50" charset="-127"/>
                <a:ea typeface="굴림" pitchFamily="50" charset="-127"/>
              </a:defRPr>
            </a:lvl6pPr>
            <a:lvl7pPr marL="2971800" indent="-228600" defTabSz="1289050" fontAlgn="base">
              <a:spcBef>
                <a:spcPct val="0"/>
              </a:spcBef>
              <a:spcAft>
                <a:spcPct val="0"/>
              </a:spcAft>
              <a:defRPr kumimoji="1">
                <a:latin typeface="굴림" pitchFamily="50" charset="-127"/>
                <a:ea typeface="굴림" pitchFamily="50" charset="-127"/>
              </a:defRPr>
            </a:lvl7pPr>
            <a:lvl8pPr marL="3429000" indent="-228600" defTabSz="1289050" fontAlgn="base">
              <a:spcBef>
                <a:spcPct val="0"/>
              </a:spcBef>
              <a:spcAft>
                <a:spcPct val="0"/>
              </a:spcAft>
              <a:defRPr kumimoji="1">
                <a:latin typeface="굴림" pitchFamily="50" charset="-127"/>
                <a:ea typeface="굴림" pitchFamily="50" charset="-127"/>
              </a:defRPr>
            </a:lvl8pPr>
            <a:lvl9pPr marL="3886200" indent="-228600" defTabSz="1289050" fontAlgn="base">
              <a:spcBef>
                <a:spcPct val="0"/>
              </a:spcBef>
              <a:spcAft>
                <a:spcPct val="0"/>
              </a:spcAft>
              <a:defRPr kumimoji="1">
                <a:latin typeface="굴림" pitchFamily="50" charset="-127"/>
                <a:ea typeface="굴림" pitchFamily="50" charset="-127"/>
              </a:defRPr>
            </a:lvl9pPr>
          </a:lstStyle>
          <a:p>
            <a:pPr marL="86601" indent="-86601" defTabSz="497736" fontAlgn="ctr" latinLnBrk="0">
              <a:spcBef>
                <a:spcPct val="20000"/>
              </a:spcBef>
              <a:defRPr/>
            </a:pPr>
            <a:r>
              <a:rPr lang="ko-KR" altLang="en-US" sz="1100" kern="0" spc="-149" dirty="0">
                <a:ln>
                  <a:solidFill>
                    <a:prstClr val="white">
                      <a:lumMod val="65000"/>
                      <a:alpha val="0"/>
                    </a:prst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지자기 모델 </a:t>
            </a:r>
            <a:r>
              <a:rPr lang="ko-KR" altLang="en-US" sz="1100" kern="0" spc="-149" dirty="0" err="1">
                <a:ln>
                  <a:solidFill>
                    <a:prstClr val="white">
                      <a:lumMod val="65000"/>
                      <a:alpha val="0"/>
                    </a:prst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구축</a:t>
            </a:r>
            <a:r>
              <a:rPr lang="ko-KR" altLang="en-US" sz="1100" kern="0" spc="-149" dirty="0" err="1">
                <a:ln>
                  <a:solidFill>
                    <a:prstClr val="white">
                      <a:lumMod val="65000"/>
                      <a:alpha val="0"/>
                    </a:prst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〮</a:t>
            </a:r>
            <a:r>
              <a:rPr lang="ko-KR" altLang="en-US" sz="1100" kern="0" spc="-149" dirty="0" err="1">
                <a:ln>
                  <a:solidFill>
                    <a:prstClr val="white">
                      <a:lumMod val="65000"/>
                      <a:alpha val="0"/>
                    </a:prst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유지관리</a:t>
            </a:r>
            <a:r>
              <a:rPr lang="ko-KR" altLang="en-US" sz="1100" kern="0" spc="-149" dirty="0">
                <a:ln>
                  <a:solidFill>
                    <a:prstClr val="white">
                      <a:lumMod val="65000"/>
                      <a:alpha val="0"/>
                    </a:prst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 방안 마련</a:t>
            </a:r>
          </a:p>
        </p:txBody>
      </p:sp>
      <p:grpSp>
        <p:nvGrpSpPr>
          <p:cNvPr id="44" name="그룹 43"/>
          <p:cNvGrpSpPr/>
          <p:nvPr/>
        </p:nvGrpSpPr>
        <p:grpSpPr>
          <a:xfrm>
            <a:off x="7193420" y="3643958"/>
            <a:ext cx="1831663" cy="116287"/>
            <a:chOff x="4177078" y="1822302"/>
            <a:chExt cx="2187679" cy="89583"/>
          </a:xfrm>
        </p:grpSpPr>
        <p:sp>
          <p:nvSpPr>
            <p:cNvPr id="45" name="Line 2124"/>
            <p:cNvSpPr>
              <a:spLocks noChangeShapeType="1"/>
            </p:cNvSpPr>
            <p:nvPr/>
          </p:nvSpPr>
          <p:spPr bwMode="auto">
            <a:xfrm flipV="1">
              <a:off x="4271504" y="1864763"/>
              <a:ext cx="2029431" cy="0"/>
            </a:xfrm>
            <a:prstGeom prst="line">
              <a:avLst/>
            </a:prstGeom>
            <a:noFill/>
            <a:ln w="25400" cap="rnd" cmpd="sng">
              <a:solidFill>
                <a:srgbClr val="014099"/>
              </a:solidFill>
              <a:prstDash val="solid"/>
              <a:round/>
              <a:headEnd type="none" w="sm" len="sm"/>
              <a:tailEnd type="none" w="sm" len="sm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square" lIns="0" tIns="0" rIns="0" bIns="0">
              <a:spAutoFit/>
              <a:scene3d>
                <a:camera prst="orthographicFront"/>
                <a:lightRig rig="threePt" dir="t"/>
              </a:scene3d>
              <a:sp3d>
                <a:bevelT w="0" h="0"/>
              </a:sp3d>
            </a:bodyPr>
            <a:lstStyle/>
            <a:p>
              <a:endParaRPr lang="ko-KR" altLang="en-US" sz="900" spc="-100" dirty="0">
                <a:ln>
                  <a:solidFill>
                    <a:schemeClr val="bg1">
                      <a:alpha val="0"/>
                    </a:schemeClr>
                  </a:solidFill>
                </a:ln>
                <a:latin typeface="+mn-ea"/>
                <a:ea typeface="+mn-ea"/>
              </a:endParaRPr>
            </a:p>
          </p:txBody>
        </p:sp>
        <p:sp>
          <p:nvSpPr>
            <p:cNvPr id="46" name="타원 45">
              <a:extLst>
                <a:ext uri="{FF2B5EF4-FFF2-40B4-BE49-F238E27FC236}">
                  <a16:creationId xmlns:a16="http://schemas.microsoft.com/office/drawing/2014/main" id="{595C20FC-7BBD-47EA-90FE-26D2E77F5A8D}"/>
                </a:ext>
              </a:extLst>
            </p:cNvPr>
            <p:cNvSpPr/>
            <p:nvPr/>
          </p:nvSpPr>
          <p:spPr>
            <a:xfrm>
              <a:off x="4177078" y="1822302"/>
              <a:ext cx="94426" cy="84922"/>
            </a:xfrm>
            <a:prstGeom prst="ellipse">
              <a:avLst/>
            </a:prstGeom>
            <a:solidFill>
              <a:srgbClr val="014099"/>
            </a:solidFill>
            <a:ln w="15875">
              <a:solidFill>
                <a:schemeClr val="bg1"/>
              </a:solidFill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38856" rIns="0" bIns="38856" rtlCol="0" anchor="ctr"/>
            <a:lstStyle/>
            <a:p>
              <a:pPr algn="ctr" latinLnBrk="0"/>
              <a:endParaRPr lang="ko-KR" altLang="en-US" sz="1079">
                <a:ln>
                  <a:solidFill>
                    <a:schemeClr val="bg1">
                      <a:lumMod val="65000"/>
                      <a:alpha val="0"/>
                    </a:schemeClr>
                  </a:solidFill>
                </a:ln>
                <a:solidFill>
                  <a:schemeClr val="tx1"/>
                </a:solidFill>
                <a:latin typeface="+mj-ea"/>
                <a:ea typeface="+mj-ea"/>
              </a:endParaRPr>
            </a:p>
          </p:txBody>
        </p:sp>
        <p:sp>
          <p:nvSpPr>
            <p:cNvPr id="47" name="타원 46">
              <a:extLst>
                <a:ext uri="{FF2B5EF4-FFF2-40B4-BE49-F238E27FC236}">
                  <a16:creationId xmlns:a16="http://schemas.microsoft.com/office/drawing/2014/main" id="{A6985E94-DE02-4410-9312-5D56D57F26BC}"/>
                </a:ext>
              </a:extLst>
            </p:cNvPr>
            <p:cNvSpPr/>
            <p:nvPr/>
          </p:nvSpPr>
          <p:spPr>
            <a:xfrm>
              <a:off x="6270331" y="1826963"/>
              <a:ext cx="94426" cy="84922"/>
            </a:xfrm>
            <a:prstGeom prst="ellipse">
              <a:avLst/>
            </a:prstGeom>
            <a:solidFill>
              <a:srgbClr val="014099"/>
            </a:solidFill>
            <a:ln w="15875">
              <a:solidFill>
                <a:schemeClr val="bg1"/>
              </a:solidFill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38856" rIns="0" bIns="38856" rtlCol="0" anchor="ctr"/>
            <a:lstStyle/>
            <a:p>
              <a:pPr algn="ctr" latinLnBrk="0"/>
              <a:endParaRPr lang="ko-KR" altLang="en-US" sz="1079">
                <a:ln>
                  <a:solidFill>
                    <a:schemeClr val="bg1">
                      <a:lumMod val="65000"/>
                      <a:alpha val="0"/>
                    </a:schemeClr>
                  </a:solidFill>
                </a:ln>
                <a:solidFill>
                  <a:schemeClr val="tx1"/>
                </a:solidFill>
                <a:latin typeface="+mj-ea"/>
                <a:ea typeface="+mj-ea"/>
              </a:endParaRPr>
            </a:p>
          </p:txBody>
        </p:sp>
      </p:grpSp>
      <p:sp>
        <p:nvSpPr>
          <p:cNvPr id="48" name="Text Box 2074"/>
          <p:cNvSpPr txBox="1">
            <a:spLocks noChangeArrowheads="1"/>
          </p:cNvSpPr>
          <p:nvPr/>
        </p:nvSpPr>
        <p:spPr bwMode="auto">
          <a:xfrm>
            <a:off x="7333359" y="3506710"/>
            <a:ext cx="1576070" cy="16927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spAutoFit/>
            <a:scene3d>
              <a:camera prst="orthographicFront"/>
              <a:lightRig rig="threePt" dir="t"/>
            </a:scene3d>
            <a:sp3d>
              <a:bevelT w="0" h="0"/>
            </a:sp3d>
          </a:bodyPr>
          <a:lstStyle>
            <a:defPPr>
              <a:defRPr lang="ko-KR"/>
            </a:defPPr>
            <a:lvl1pPr marL="72000" defTabSz="1289050">
              <a:defRPr kumimoji="1" sz="90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000000"/>
                </a:solidFill>
                <a:latin typeface="+mn-ea"/>
              </a:defRPr>
            </a:lvl1pPr>
            <a:lvl2pPr marL="742950" indent="-285750" defTabSz="1289050">
              <a:defRPr kumimoji="1">
                <a:latin typeface="굴림" pitchFamily="50" charset="-127"/>
                <a:ea typeface="굴림" pitchFamily="50" charset="-127"/>
              </a:defRPr>
            </a:lvl2pPr>
            <a:lvl3pPr marL="1143000" indent="-228600" defTabSz="1289050">
              <a:defRPr kumimoji="1">
                <a:latin typeface="굴림" pitchFamily="50" charset="-127"/>
                <a:ea typeface="굴림" pitchFamily="50" charset="-127"/>
              </a:defRPr>
            </a:lvl3pPr>
            <a:lvl4pPr marL="1600200" indent="-228600" defTabSz="1289050">
              <a:defRPr kumimoji="1">
                <a:latin typeface="굴림" pitchFamily="50" charset="-127"/>
                <a:ea typeface="굴림" pitchFamily="50" charset="-127"/>
              </a:defRPr>
            </a:lvl4pPr>
            <a:lvl5pPr marL="2057400" indent="-228600" defTabSz="1289050">
              <a:defRPr kumimoji="1">
                <a:latin typeface="굴림" pitchFamily="50" charset="-127"/>
                <a:ea typeface="굴림" pitchFamily="50" charset="-127"/>
              </a:defRPr>
            </a:lvl5pPr>
            <a:lvl6pPr marL="2514600" indent="-228600" defTabSz="1289050" fontAlgn="base">
              <a:spcBef>
                <a:spcPct val="0"/>
              </a:spcBef>
              <a:spcAft>
                <a:spcPct val="0"/>
              </a:spcAft>
              <a:defRPr kumimoji="1">
                <a:latin typeface="굴림" pitchFamily="50" charset="-127"/>
                <a:ea typeface="굴림" pitchFamily="50" charset="-127"/>
              </a:defRPr>
            </a:lvl6pPr>
            <a:lvl7pPr marL="2971800" indent="-228600" defTabSz="1289050" fontAlgn="base">
              <a:spcBef>
                <a:spcPct val="0"/>
              </a:spcBef>
              <a:spcAft>
                <a:spcPct val="0"/>
              </a:spcAft>
              <a:defRPr kumimoji="1">
                <a:latin typeface="굴림" pitchFamily="50" charset="-127"/>
                <a:ea typeface="굴림" pitchFamily="50" charset="-127"/>
              </a:defRPr>
            </a:lvl7pPr>
            <a:lvl8pPr marL="3429000" indent="-228600" defTabSz="1289050" fontAlgn="base">
              <a:spcBef>
                <a:spcPct val="0"/>
              </a:spcBef>
              <a:spcAft>
                <a:spcPct val="0"/>
              </a:spcAft>
              <a:defRPr kumimoji="1">
                <a:latin typeface="굴림" pitchFamily="50" charset="-127"/>
                <a:ea typeface="굴림" pitchFamily="50" charset="-127"/>
              </a:defRPr>
            </a:lvl8pPr>
            <a:lvl9pPr marL="3886200" indent="-228600" defTabSz="1289050" fontAlgn="base">
              <a:spcBef>
                <a:spcPct val="0"/>
              </a:spcBef>
              <a:spcAft>
                <a:spcPct val="0"/>
              </a:spcAft>
              <a:defRPr kumimoji="1">
                <a:latin typeface="굴림" pitchFamily="50" charset="-127"/>
                <a:ea typeface="굴림" pitchFamily="50" charset="-127"/>
              </a:defRPr>
            </a:lvl9pPr>
          </a:lstStyle>
          <a:p>
            <a:pPr marL="86601" indent="-86601" defTabSz="497736" fontAlgn="ctr" latinLnBrk="0">
              <a:spcBef>
                <a:spcPct val="20000"/>
              </a:spcBef>
              <a:defRPr/>
            </a:pPr>
            <a:r>
              <a:rPr lang="ko-KR" altLang="en-US" sz="1100" kern="0" spc="-149" dirty="0">
                <a:ln>
                  <a:solidFill>
                    <a:prstClr val="white">
                      <a:lumMod val="65000"/>
                      <a:alpha val="0"/>
                    </a:prst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알고리즘 분석 </a:t>
            </a:r>
            <a:r>
              <a:rPr lang="ko-KR" altLang="en-US" sz="1100" kern="0" spc="-149" dirty="0" err="1">
                <a:ln>
                  <a:solidFill>
                    <a:prstClr val="white">
                      <a:lumMod val="65000"/>
                      <a:alpha val="0"/>
                    </a:prst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갱신주기</a:t>
            </a:r>
            <a:r>
              <a:rPr lang="ko-KR" altLang="en-US" sz="1100" kern="0" spc="-149" dirty="0">
                <a:ln>
                  <a:solidFill>
                    <a:prstClr val="white">
                      <a:lumMod val="65000"/>
                      <a:alpha val="0"/>
                    </a:prst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 절차 마련</a:t>
            </a:r>
          </a:p>
        </p:txBody>
      </p:sp>
      <p:sp>
        <p:nvSpPr>
          <p:cNvPr id="49" name="Line 2124"/>
          <p:cNvSpPr>
            <a:spLocks noChangeShapeType="1"/>
          </p:cNvSpPr>
          <p:nvPr/>
        </p:nvSpPr>
        <p:spPr bwMode="auto">
          <a:xfrm flipV="1">
            <a:off x="5318672" y="4753489"/>
            <a:ext cx="3085337" cy="1154"/>
          </a:xfrm>
          <a:prstGeom prst="line">
            <a:avLst/>
          </a:prstGeom>
          <a:noFill/>
          <a:ln w="25400" cap="rnd" cmpd="sng">
            <a:solidFill>
              <a:srgbClr val="014099"/>
            </a:solidFill>
            <a:prstDash val="solid"/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square" lIns="0" tIns="0" rIns="0" bIns="0">
            <a:spAutoFit/>
            <a:scene3d>
              <a:camera prst="orthographicFront"/>
              <a:lightRig rig="threePt" dir="t"/>
            </a:scene3d>
            <a:sp3d>
              <a:bevelT w="0" h="0"/>
            </a:sp3d>
          </a:bodyPr>
          <a:lstStyle/>
          <a:p>
            <a:endParaRPr lang="ko-KR" altLang="en-US" sz="900" spc="-100" dirty="0">
              <a:ln>
                <a:solidFill>
                  <a:schemeClr val="bg1">
                    <a:alpha val="0"/>
                  </a:schemeClr>
                </a:solidFill>
              </a:ln>
              <a:latin typeface="+mn-ea"/>
              <a:ea typeface="+mn-ea"/>
            </a:endParaRPr>
          </a:p>
        </p:txBody>
      </p:sp>
      <p:sp>
        <p:nvSpPr>
          <p:cNvPr id="50" name="타원 49">
            <a:extLst>
              <a:ext uri="{FF2B5EF4-FFF2-40B4-BE49-F238E27FC236}">
                <a16:creationId xmlns:a16="http://schemas.microsoft.com/office/drawing/2014/main" id="{595C20FC-7BBD-47EA-90FE-26D2E77F5A8D}"/>
              </a:ext>
            </a:extLst>
          </p:cNvPr>
          <p:cNvSpPr/>
          <p:nvPr/>
        </p:nvSpPr>
        <p:spPr>
          <a:xfrm>
            <a:off x="5262450" y="4688528"/>
            <a:ext cx="79060" cy="110237"/>
          </a:xfrm>
          <a:prstGeom prst="ellipse">
            <a:avLst/>
          </a:prstGeom>
          <a:solidFill>
            <a:srgbClr val="014099"/>
          </a:solidFill>
          <a:ln w="15875">
            <a:solidFill>
              <a:schemeClr val="bg1"/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8856" rIns="0" bIns="38856" rtlCol="0" anchor="ctr"/>
          <a:lstStyle/>
          <a:p>
            <a:pPr algn="ctr" latinLnBrk="0"/>
            <a:endParaRPr lang="ko-KR" altLang="en-US" sz="1079">
              <a:ln>
                <a:solidFill>
                  <a:schemeClr val="bg1">
                    <a:lumMod val="65000"/>
                    <a:alpha val="0"/>
                  </a:schemeClr>
                </a:solidFill>
              </a:ln>
              <a:solidFill>
                <a:schemeClr val="tx1"/>
              </a:solidFill>
              <a:latin typeface="+mj-ea"/>
              <a:ea typeface="+mj-ea"/>
            </a:endParaRPr>
          </a:p>
        </p:txBody>
      </p:sp>
      <p:sp>
        <p:nvSpPr>
          <p:cNvPr id="51" name="타원 50">
            <a:extLst>
              <a:ext uri="{FF2B5EF4-FFF2-40B4-BE49-F238E27FC236}">
                <a16:creationId xmlns:a16="http://schemas.microsoft.com/office/drawing/2014/main" id="{A6985E94-DE02-4410-9312-5D56D57F26BC}"/>
              </a:ext>
            </a:extLst>
          </p:cNvPr>
          <p:cNvSpPr/>
          <p:nvPr/>
        </p:nvSpPr>
        <p:spPr>
          <a:xfrm>
            <a:off x="8404010" y="4688528"/>
            <a:ext cx="86965" cy="110237"/>
          </a:xfrm>
          <a:prstGeom prst="ellipse">
            <a:avLst/>
          </a:prstGeom>
          <a:solidFill>
            <a:srgbClr val="014099"/>
          </a:solidFill>
          <a:ln w="15875">
            <a:solidFill>
              <a:schemeClr val="bg1"/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8856" rIns="0" bIns="38856" rtlCol="0" anchor="ctr"/>
          <a:lstStyle/>
          <a:p>
            <a:pPr algn="ctr" latinLnBrk="0"/>
            <a:endParaRPr lang="ko-KR" altLang="en-US" sz="1079">
              <a:ln>
                <a:solidFill>
                  <a:schemeClr val="bg1">
                    <a:lumMod val="65000"/>
                    <a:alpha val="0"/>
                  </a:schemeClr>
                </a:solidFill>
              </a:ln>
              <a:solidFill>
                <a:schemeClr val="tx1"/>
              </a:solidFill>
              <a:latin typeface="+mj-ea"/>
              <a:ea typeface="+mj-ea"/>
            </a:endParaRPr>
          </a:p>
        </p:txBody>
      </p:sp>
      <p:sp>
        <p:nvSpPr>
          <p:cNvPr id="52" name="Text Box 2074"/>
          <p:cNvSpPr txBox="1">
            <a:spLocks noChangeArrowheads="1"/>
          </p:cNvSpPr>
          <p:nvPr/>
        </p:nvSpPr>
        <p:spPr bwMode="auto">
          <a:xfrm>
            <a:off x="6147324" y="4581236"/>
            <a:ext cx="1591057" cy="16927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spAutoFit/>
            <a:scene3d>
              <a:camera prst="orthographicFront"/>
              <a:lightRig rig="threePt" dir="t"/>
            </a:scene3d>
            <a:sp3d>
              <a:bevelT w="0" h="0"/>
            </a:sp3d>
          </a:bodyPr>
          <a:lstStyle>
            <a:defPPr>
              <a:defRPr lang="ko-KR"/>
            </a:defPPr>
            <a:lvl1pPr marL="72000" defTabSz="1289050">
              <a:defRPr kumimoji="1" sz="90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000000"/>
                </a:solidFill>
                <a:latin typeface="+mn-ea"/>
              </a:defRPr>
            </a:lvl1pPr>
            <a:lvl2pPr marL="742950" indent="-285750" defTabSz="1289050">
              <a:defRPr kumimoji="1">
                <a:latin typeface="굴림" pitchFamily="50" charset="-127"/>
                <a:ea typeface="굴림" pitchFamily="50" charset="-127"/>
              </a:defRPr>
            </a:lvl2pPr>
            <a:lvl3pPr marL="1143000" indent="-228600" defTabSz="1289050">
              <a:defRPr kumimoji="1">
                <a:latin typeface="굴림" pitchFamily="50" charset="-127"/>
                <a:ea typeface="굴림" pitchFamily="50" charset="-127"/>
              </a:defRPr>
            </a:lvl3pPr>
            <a:lvl4pPr marL="1600200" indent="-228600" defTabSz="1289050">
              <a:defRPr kumimoji="1">
                <a:latin typeface="굴림" pitchFamily="50" charset="-127"/>
                <a:ea typeface="굴림" pitchFamily="50" charset="-127"/>
              </a:defRPr>
            </a:lvl4pPr>
            <a:lvl5pPr marL="2057400" indent="-228600" defTabSz="1289050">
              <a:defRPr kumimoji="1">
                <a:latin typeface="굴림" pitchFamily="50" charset="-127"/>
                <a:ea typeface="굴림" pitchFamily="50" charset="-127"/>
              </a:defRPr>
            </a:lvl5pPr>
            <a:lvl6pPr marL="2514600" indent="-228600" defTabSz="1289050" fontAlgn="base">
              <a:spcBef>
                <a:spcPct val="0"/>
              </a:spcBef>
              <a:spcAft>
                <a:spcPct val="0"/>
              </a:spcAft>
              <a:defRPr kumimoji="1">
                <a:latin typeface="굴림" pitchFamily="50" charset="-127"/>
                <a:ea typeface="굴림" pitchFamily="50" charset="-127"/>
              </a:defRPr>
            </a:lvl6pPr>
            <a:lvl7pPr marL="2971800" indent="-228600" defTabSz="1289050" fontAlgn="base">
              <a:spcBef>
                <a:spcPct val="0"/>
              </a:spcBef>
              <a:spcAft>
                <a:spcPct val="0"/>
              </a:spcAft>
              <a:defRPr kumimoji="1">
                <a:latin typeface="굴림" pitchFamily="50" charset="-127"/>
                <a:ea typeface="굴림" pitchFamily="50" charset="-127"/>
              </a:defRPr>
            </a:lvl7pPr>
            <a:lvl8pPr marL="3429000" indent="-228600" defTabSz="1289050" fontAlgn="base">
              <a:spcBef>
                <a:spcPct val="0"/>
              </a:spcBef>
              <a:spcAft>
                <a:spcPct val="0"/>
              </a:spcAft>
              <a:defRPr kumimoji="1">
                <a:latin typeface="굴림" pitchFamily="50" charset="-127"/>
                <a:ea typeface="굴림" pitchFamily="50" charset="-127"/>
              </a:defRPr>
            </a:lvl8pPr>
            <a:lvl9pPr marL="3886200" indent="-228600" defTabSz="1289050" fontAlgn="base">
              <a:spcBef>
                <a:spcPct val="0"/>
              </a:spcBef>
              <a:spcAft>
                <a:spcPct val="0"/>
              </a:spcAft>
              <a:defRPr kumimoji="1">
                <a:latin typeface="굴림" pitchFamily="50" charset="-127"/>
                <a:ea typeface="굴림" pitchFamily="50" charset="-127"/>
              </a:defRPr>
            </a:lvl9pPr>
          </a:lstStyle>
          <a:p>
            <a:pPr marL="86601" indent="-86601" defTabSz="497736" fontAlgn="ctr" latinLnBrk="0">
              <a:spcBef>
                <a:spcPct val="20000"/>
              </a:spcBef>
              <a:defRPr/>
            </a:pPr>
            <a:r>
              <a:rPr lang="ko-KR" altLang="en-US" sz="1100" kern="0" spc="-149" dirty="0">
                <a:ln>
                  <a:solidFill>
                    <a:prstClr val="white">
                      <a:lumMod val="65000"/>
                      <a:alpha val="0"/>
                    </a:prst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자침 </a:t>
            </a:r>
            <a:r>
              <a:rPr lang="ko-KR" altLang="en-US" sz="1100" kern="0" spc="-149" dirty="0" err="1">
                <a:ln>
                  <a:solidFill>
                    <a:prstClr val="white">
                      <a:lumMod val="65000"/>
                      <a:alpha val="0"/>
                    </a:prst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편차량</a:t>
            </a:r>
            <a:r>
              <a:rPr lang="ko-KR" altLang="en-US" sz="1100" kern="0" spc="-149" dirty="0">
                <a:ln>
                  <a:solidFill>
                    <a:prstClr val="white">
                      <a:lumMod val="65000"/>
                      <a:alpha val="0"/>
                    </a:prst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 계산</a:t>
            </a:r>
          </a:p>
        </p:txBody>
      </p:sp>
      <p:sp>
        <p:nvSpPr>
          <p:cNvPr id="53" name="Line 2124"/>
          <p:cNvSpPr>
            <a:spLocks noChangeShapeType="1"/>
          </p:cNvSpPr>
          <p:nvPr/>
        </p:nvSpPr>
        <p:spPr bwMode="auto">
          <a:xfrm flipV="1">
            <a:off x="5817096" y="5098285"/>
            <a:ext cx="3128928" cy="7578"/>
          </a:xfrm>
          <a:prstGeom prst="line">
            <a:avLst/>
          </a:prstGeom>
          <a:noFill/>
          <a:ln w="25400" cap="rnd" cmpd="sng">
            <a:solidFill>
              <a:srgbClr val="014099"/>
            </a:solidFill>
            <a:prstDash val="solid"/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square" lIns="0" tIns="0" rIns="0" bIns="0">
            <a:spAutoFit/>
            <a:scene3d>
              <a:camera prst="orthographicFront"/>
              <a:lightRig rig="threePt" dir="t"/>
            </a:scene3d>
            <a:sp3d>
              <a:bevelT w="0" h="0"/>
            </a:sp3d>
          </a:bodyPr>
          <a:lstStyle/>
          <a:p>
            <a:endParaRPr lang="ko-KR" altLang="en-US" sz="900" spc="-100" dirty="0">
              <a:ln>
                <a:solidFill>
                  <a:schemeClr val="bg1">
                    <a:alpha val="0"/>
                  </a:schemeClr>
                </a:solidFill>
              </a:ln>
              <a:latin typeface="+mn-ea"/>
              <a:ea typeface="+mn-ea"/>
            </a:endParaRPr>
          </a:p>
        </p:txBody>
      </p:sp>
      <p:sp>
        <p:nvSpPr>
          <p:cNvPr id="54" name="타원 53">
            <a:extLst>
              <a:ext uri="{FF2B5EF4-FFF2-40B4-BE49-F238E27FC236}">
                <a16:creationId xmlns:a16="http://schemas.microsoft.com/office/drawing/2014/main" id="{595C20FC-7BBD-47EA-90FE-26D2E77F5A8D}"/>
              </a:ext>
            </a:extLst>
          </p:cNvPr>
          <p:cNvSpPr/>
          <p:nvPr/>
        </p:nvSpPr>
        <p:spPr>
          <a:xfrm>
            <a:off x="5777565" y="5046955"/>
            <a:ext cx="79060" cy="110237"/>
          </a:xfrm>
          <a:prstGeom prst="ellipse">
            <a:avLst/>
          </a:prstGeom>
          <a:solidFill>
            <a:srgbClr val="014099"/>
          </a:solidFill>
          <a:ln w="15875">
            <a:solidFill>
              <a:schemeClr val="bg1"/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8856" rIns="0" bIns="38856" rtlCol="0" anchor="ctr"/>
          <a:lstStyle/>
          <a:p>
            <a:pPr algn="ctr" latinLnBrk="0"/>
            <a:endParaRPr lang="ko-KR" altLang="en-US" sz="1079">
              <a:ln>
                <a:solidFill>
                  <a:schemeClr val="bg1">
                    <a:lumMod val="65000"/>
                    <a:alpha val="0"/>
                  </a:schemeClr>
                </a:solidFill>
              </a:ln>
              <a:solidFill>
                <a:schemeClr val="tx1"/>
              </a:solidFill>
              <a:latin typeface="+mj-ea"/>
              <a:ea typeface="+mj-ea"/>
            </a:endParaRPr>
          </a:p>
        </p:txBody>
      </p:sp>
      <p:sp>
        <p:nvSpPr>
          <p:cNvPr id="55" name="타원 54">
            <a:extLst>
              <a:ext uri="{FF2B5EF4-FFF2-40B4-BE49-F238E27FC236}">
                <a16:creationId xmlns:a16="http://schemas.microsoft.com/office/drawing/2014/main" id="{A6985E94-DE02-4410-9312-5D56D57F26BC}"/>
              </a:ext>
            </a:extLst>
          </p:cNvPr>
          <p:cNvSpPr/>
          <p:nvPr/>
        </p:nvSpPr>
        <p:spPr>
          <a:xfrm>
            <a:off x="8916358" y="5031545"/>
            <a:ext cx="86965" cy="110237"/>
          </a:xfrm>
          <a:prstGeom prst="ellipse">
            <a:avLst/>
          </a:prstGeom>
          <a:solidFill>
            <a:srgbClr val="014099"/>
          </a:solidFill>
          <a:ln w="15875">
            <a:solidFill>
              <a:schemeClr val="bg1"/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8856" rIns="0" bIns="38856" rtlCol="0" anchor="ctr"/>
          <a:lstStyle/>
          <a:p>
            <a:pPr algn="ctr" latinLnBrk="0"/>
            <a:endParaRPr lang="ko-KR" altLang="en-US" sz="1079">
              <a:ln>
                <a:solidFill>
                  <a:schemeClr val="bg1">
                    <a:lumMod val="65000"/>
                    <a:alpha val="0"/>
                  </a:schemeClr>
                </a:solidFill>
              </a:ln>
              <a:solidFill>
                <a:schemeClr val="tx1"/>
              </a:solidFill>
              <a:latin typeface="+mj-ea"/>
              <a:ea typeface="+mj-ea"/>
            </a:endParaRPr>
          </a:p>
        </p:txBody>
      </p:sp>
      <p:sp>
        <p:nvSpPr>
          <p:cNvPr id="56" name="Text Box 2074"/>
          <p:cNvSpPr txBox="1">
            <a:spLocks noChangeArrowheads="1"/>
          </p:cNvSpPr>
          <p:nvPr/>
        </p:nvSpPr>
        <p:spPr bwMode="auto">
          <a:xfrm>
            <a:off x="6506941" y="4913315"/>
            <a:ext cx="1591057" cy="16927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spAutoFit/>
            <a:scene3d>
              <a:camera prst="orthographicFront"/>
              <a:lightRig rig="threePt" dir="t"/>
            </a:scene3d>
            <a:sp3d>
              <a:bevelT w="0" h="0"/>
            </a:sp3d>
          </a:bodyPr>
          <a:lstStyle>
            <a:defPPr>
              <a:defRPr lang="ko-KR"/>
            </a:defPPr>
            <a:lvl1pPr marL="72000" defTabSz="1289050">
              <a:defRPr kumimoji="1" sz="90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000000"/>
                </a:solidFill>
                <a:latin typeface="+mn-ea"/>
              </a:defRPr>
            </a:lvl1pPr>
            <a:lvl2pPr marL="742950" indent="-285750" defTabSz="1289050">
              <a:defRPr kumimoji="1">
                <a:latin typeface="굴림" pitchFamily="50" charset="-127"/>
                <a:ea typeface="굴림" pitchFamily="50" charset="-127"/>
              </a:defRPr>
            </a:lvl2pPr>
            <a:lvl3pPr marL="1143000" indent="-228600" defTabSz="1289050">
              <a:defRPr kumimoji="1">
                <a:latin typeface="굴림" pitchFamily="50" charset="-127"/>
                <a:ea typeface="굴림" pitchFamily="50" charset="-127"/>
              </a:defRPr>
            </a:lvl3pPr>
            <a:lvl4pPr marL="1600200" indent="-228600" defTabSz="1289050">
              <a:defRPr kumimoji="1">
                <a:latin typeface="굴림" pitchFamily="50" charset="-127"/>
                <a:ea typeface="굴림" pitchFamily="50" charset="-127"/>
              </a:defRPr>
            </a:lvl4pPr>
            <a:lvl5pPr marL="2057400" indent="-228600" defTabSz="1289050">
              <a:defRPr kumimoji="1">
                <a:latin typeface="굴림" pitchFamily="50" charset="-127"/>
                <a:ea typeface="굴림" pitchFamily="50" charset="-127"/>
              </a:defRPr>
            </a:lvl5pPr>
            <a:lvl6pPr marL="2514600" indent="-228600" defTabSz="1289050" fontAlgn="base">
              <a:spcBef>
                <a:spcPct val="0"/>
              </a:spcBef>
              <a:spcAft>
                <a:spcPct val="0"/>
              </a:spcAft>
              <a:defRPr kumimoji="1">
                <a:latin typeface="굴림" pitchFamily="50" charset="-127"/>
                <a:ea typeface="굴림" pitchFamily="50" charset="-127"/>
              </a:defRPr>
            </a:lvl6pPr>
            <a:lvl7pPr marL="2971800" indent="-228600" defTabSz="1289050" fontAlgn="base">
              <a:spcBef>
                <a:spcPct val="0"/>
              </a:spcBef>
              <a:spcAft>
                <a:spcPct val="0"/>
              </a:spcAft>
              <a:defRPr kumimoji="1">
                <a:latin typeface="굴림" pitchFamily="50" charset="-127"/>
                <a:ea typeface="굴림" pitchFamily="50" charset="-127"/>
              </a:defRPr>
            </a:lvl7pPr>
            <a:lvl8pPr marL="3429000" indent="-228600" defTabSz="1289050" fontAlgn="base">
              <a:spcBef>
                <a:spcPct val="0"/>
              </a:spcBef>
              <a:spcAft>
                <a:spcPct val="0"/>
              </a:spcAft>
              <a:defRPr kumimoji="1">
                <a:latin typeface="굴림" pitchFamily="50" charset="-127"/>
                <a:ea typeface="굴림" pitchFamily="50" charset="-127"/>
              </a:defRPr>
            </a:lvl8pPr>
            <a:lvl9pPr marL="3886200" indent="-228600" defTabSz="1289050" fontAlgn="base">
              <a:spcBef>
                <a:spcPct val="0"/>
              </a:spcBef>
              <a:spcAft>
                <a:spcPct val="0"/>
              </a:spcAft>
              <a:defRPr kumimoji="1">
                <a:latin typeface="굴림" pitchFamily="50" charset="-127"/>
                <a:ea typeface="굴림" pitchFamily="50" charset="-127"/>
              </a:defRPr>
            </a:lvl9pPr>
          </a:lstStyle>
          <a:p>
            <a:pPr marL="86601" indent="-86601" defTabSz="497736" fontAlgn="ctr" latinLnBrk="0">
              <a:spcBef>
                <a:spcPct val="20000"/>
              </a:spcBef>
              <a:defRPr/>
            </a:pPr>
            <a:r>
              <a:rPr lang="ko-KR" altLang="en-US" sz="1100" kern="0" spc="-149" dirty="0" err="1">
                <a:ln>
                  <a:solidFill>
                    <a:prstClr val="white">
                      <a:lumMod val="65000"/>
                      <a:alpha val="0"/>
                    </a:prst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자침편차량</a:t>
            </a:r>
            <a:r>
              <a:rPr lang="ko-KR" altLang="en-US" sz="1100" kern="0" spc="-149" dirty="0">
                <a:ln>
                  <a:solidFill>
                    <a:prstClr val="white">
                      <a:lumMod val="65000"/>
                      <a:alpha val="0"/>
                    </a:prst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 계산 서비스 방안</a:t>
            </a:r>
          </a:p>
        </p:txBody>
      </p:sp>
      <p:sp>
        <p:nvSpPr>
          <p:cNvPr id="57" name="Line 2124"/>
          <p:cNvSpPr>
            <a:spLocks noChangeShapeType="1"/>
          </p:cNvSpPr>
          <p:nvPr/>
        </p:nvSpPr>
        <p:spPr bwMode="auto">
          <a:xfrm>
            <a:off x="4853918" y="4389183"/>
            <a:ext cx="2277792" cy="6679"/>
          </a:xfrm>
          <a:prstGeom prst="line">
            <a:avLst/>
          </a:prstGeom>
          <a:noFill/>
          <a:ln w="25400" cap="rnd" cmpd="sng">
            <a:solidFill>
              <a:srgbClr val="014099"/>
            </a:solidFill>
            <a:prstDash val="solid"/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square" lIns="0" tIns="0" rIns="0" bIns="0">
            <a:spAutoFit/>
            <a:scene3d>
              <a:camera prst="orthographicFront"/>
              <a:lightRig rig="threePt" dir="t"/>
            </a:scene3d>
            <a:sp3d>
              <a:bevelT w="0" h="0"/>
            </a:sp3d>
          </a:bodyPr>
          <a:lstStyle/>
          <a:p>
            <a:endParaRPr lang="ko-KR" altLang="en-US" sz="900" spc="-100" dirty="0">
              <a:ln>
                <a:solidFill>
                  <a:schemeClr val="bg1">
                    <a:alpha val="0"/>
                  </a:schemeClr>
                </a:solidFill>
              </a:ln>
              <a:latin typeface="+mn-ea"/>
              <a:ea typeface="+mn-ea"/>
            </a:endParaRPr>
          </a:p>
        </p:txBody>
      </p:sp>
      <p:sp>
        <p:nvSpPr>
          <p:cNvPr id="58" name="타원 57">
            <a:extLst>
              <a:ext uri="{FF2B5EF4-FFF2-40B4-BE49-F238E27FC236}">
                <a16:creationId xmlns:a16="http://schemas.microsoft.com/office/drawing/2014/main" id="{595C20FC-7BBD-47EA-90FE-26D2E77F5A8D}"/>
              </a:ext>
            </a:extLst>
          </p:cNvPr>
          <p:cNvSpPr/>
          <p:nvPr/>
        </p:nvSpPr>
        <p:spPr>
          <a:xfrm>
            <a:off x="4774859" y="4334066"/>
            <a:ext cx="79060" cy="110237"/>
          </a:xfrm>
          <a:prstGeom prst="ellipse">
            <a:avLst/>
          </a:prstGeom>
          <a:solidFill>
            <a:srgbClr val="014099"/>
          </a:solidFill>
          <a:ln w="15875">
            <a:solidFill>
              <a:schemeClr val="bg1"/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8856" rIns="0" bIns="38856" rtlCol="0" anchor="ctr"/>
          <a:lstStyle/>
          <a:p>
            <a:pPr algn="ctr" latinLnBrk="0"/>
            <a:endParaRPr lang="ko-KR" altLang="en-US" sz="1079">
              <a:ln>
                <a:solidFill>
                  <a:schemeClr val="bg1">
                    <a:lumMod val="65000"/>
                    <a:alpha val="0"/>
                  </a:schemeClr>
                </a:solidFill>
              </a:ln>
              <a:solidFill>
                <a:schemeClr val="tx1"/>
              </a:solidFill>
              <a:latin typeface="+mj-ea"/>
              <a:ea typeface="+mj-ea"/>
            </a:endParaRPr>
          </a:p>
        </p:txBody>
      </p:sp>
      <p:sp>
        <p:nvSpPr>
          <p:cNvPr id="59" name="타원 58">
            <a:extLst>
              <a:ext uri="{FF2B5EF4-FFF2-40B4-BE49-F238E27FC236}">
                <a16:creationId xmlns:a16="http://schemas.microsoft.com/office/drawing/2014/main" id="{A6985E94-DE02-4410-9312-5D56D57F26BC}"/>
              </a:ext>
            </a:extLst>
          </p:cNvPr>
          <p:cNvSpPr/>
          <p:nvPr/>
        </p:nvSpPr>
        <p:spPr>
          <a:xfrm>
            <a:off x="7167350" y="4327481"/>
            <a:ext cx="79060" cy="110237"/>
          </a:xfrm>
          <a:prstGeom prst="ellipse">
            <a:avLst/>
          </a:prstGeom>
          <a:solidFill>
            <a:srgbClr val="014099"/>
          </a:solidFill>
          <a:ln w="15875">
            <a:solidFill>
              <a:schemeClr val="bg1"/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8856" rIns="0" bIns="38856" rtlCol="0" anchor="ctr"/>
          <a:lstStyle/>
          <a:p>
            <a:pPr algn="ctr" latinLnBrk="0"/>
            <a:endParaRPr lang="ko-KR" altLang="en-US" sz="1079">
              <a:ln>
                <a:solidFill>
                  <a:schemeClr val="bg1">
                    <a:lumMod val="65000"/>
                    <a:alpha val="0"/>
                  </a:schemeClr>
                </a:solidFill>
              </a:ln>
              <a:solidFill>
                <a:schemeClr val="tx1"/>
              </a:solidFill>
              <a:latin typeface="+mj-ea"/>
              <a:ea typeface="+mj-ea"/>
            </a:endParaRPr>
          </a:p>
        </p:txBody>
      </p:sp>
      <p:sp>
        <p:nvSpPr>
          <p:cNvPr id="60" name="Text Box 2074"/>
          <p:cNvSpPr txBox="1">
            <a:spLocks noChangeArrowheads="1"/>
          </p:cNvSpPr>
          <p:nvPr/>
        </p:nvSpPr>
        <p:spPr bwMode="auto">
          <a:xfrm>
            <a:off x="5300947" y="4206028"/>
            <a:ext cx="1452253" cy="16927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spAutoFit/>
            <a:scene3d>
              <a:camera prst="orthographicFront"/>
              <a:lightRig rig="threePt" dir="t"/>
            </a:scene3d>
            <a:sp3d>
              <a:bevelT w="0" h="0"/>
            </a:sp3d>
          </a:bodyPr>
          <a:lstStyle>
            <a:defPPr>
              <a:defRPr lang="ko-KR"/>
            </a:defPPr>
            <a:lvl1pPr marL="72000" defTabSz="1289050">
              <a:defRPr kumimoji="1" sz="90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000000"/>
                </a:solidFill>
                <a:latin typeface="+mn-ea"/>
              </a:defRPr>
            </a:lvl1pPr>
            <a:lvl2pPr marL="742950" indent="-285750" defTabSz="1289050">
              <a:defRPr kumimoji="1">
                <a:latin typeface="굴림" pitchFamily="50" charset="-127"/>
                <a:ea typeface="굴림" pitchFamily="50" charset="-127"/>
              </a:defRPr>
            </a:lvl2pPr>
            <a:lvl3pPr marL="1143000" indent="-228600" defTabSz="1289050">
              <a:defRPr kumimoji="1">
                <a:latin typeface="굴림" pitchFamily="50" charset="-127"/>
                <a:ea typeface="굴림" pitchFamily="50" charset="-127"/>
              </a:defRPr>
            </a:lvl3pPr>
            <a:lvl4pPr marL="1600200" indent="-228600" defTabSz="1289050">
              <a:defRPr kumimoji="1">
                <a:latin typeface="굴림" pitchFamily="50" charset="-127"/>
                <a:ea typeface="굴림" pitchFamily="50" charset="-127"/>
              </a:defRPr>
            </a:lvl4pPr>
            <a:lvl5pPr marL="2057400" indent="-228600" defTabSz="1289050">
              <a:defRPr kumimoji="1">
                <a:latin typeface="굴림" pitchFamily="50" charset="-127"/>
                <a:ea typeface="굴림" pitchFamily="50" charset="-127"/>
              </a:defRPr>
            </a:lvl5pPr>
            <a:lvl6pPr marL="2514600" indent="-228600" defTabSz="1289050" fontAlgn="base">
              <a:spcBef>
                <a:spcPct val="0"/>
              </a:spcBef>
              <a:spcAft>
                <a:spcPct val="0"/>
              </a:spcAft>
              <a:defRPr kumimoji="1">
                <a:latin typeface="굴림" pitchFamily="50" charset="-127"/>
                <a:ea typeface="굴림" pitchFamily="50" charset="-127"/>
              </a:defRPr>
            </a:lvl6pPr>
            <a:lvl7pPr marL="2971800" indent="-228600" defTabSz="1289050" fontAlgn="base">
              <a:spcBef>
                <a:spcPct val="0"/>
              </a:spcBef>
              <a:spcAft>
                <a:spcPct val="0"/>
              </a:spcAft>
              <a:defRPr kumimoji="1">
                <a:latin typeface="굴림" pitchFamily="50" charset="-127"/>
                <a:ea typeface="굴림" pitchFamily="50" charset="-127"/>
              </a:defRPr>
            </a:lvl7pPr>
            <a:lvl8pPr marL="3429000" indent="-228600" defTabSz="1289050" fontAlgn="base">
              <a:spcBef>
                <a:spcPct val="0"/>
              </a:spcBef>
              <a:spcAft>
                <a:spcPct val="0"/>
              </a:spcAft>
              <a:defRPr kumimoji="1">
                <a:latin typeface="굴림" pitchFamily="50" charset="-127"/>
                <a:ea typeface="굴림" pitchFamily="50" charset="-127"/>
              </a:defRPr>
            </a:lvl8pPr>
            <a:lvl9pPr marL="3886200" indent="-228600" defTabSz="1289050" fontAlgn="base">
              <a:spcBef>
                <a:spcPct val="0"/>
              </a:spcBef>
              <a:spcAft>
                <a:spcPct val="0"/>
              </a:spcAft>
              <a:defRPr kumimoji="1">
                <a:latin typeface="굴림" pitchFamily="50" charset="-127"/>
                <a:ea typeface="굴림" pitchFamily="50" charset="-127"/>
              </a:defRPr>
            </a:lvl9pPr>
          </a:lstStyle>
          <a:p>
            <a:pPr marL="86601" indent="-86601" defTabSz="497736" fontAlgn="ctr" latinLnBrk="0">
              <a:spcBef>
                <a:spcPct val="20000"/>
              </a:spcBef>
              <a:defRPr/>
            </a:pPr>
            <a:r>
              <a:rPr lang="ko-KR" altLang="en-US" sz="1100" kern="0" spc="-149">
                <a:ln>
                  <a:solidFill>
                    <a:prstClr val="white">
                      <a:lumMod val="65000"/>
                      <a:alpha val="0"/>
                    </a:prst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지구 지자기 모델과 시사점 도출</a:t>
            </a:r>
            <a:endParaRPr lang="ko-KR" altLang="en-US" sz="1100" kern="0" spc="-149" dirty="0">
              <a:ln>
                <a:solidFill>
                  <a:prstClr val="white">
                    <a:lumMod val="65000"/>
                    <a:alpha val="0"/>
                  </a:prstClr>
                </a:solidFill>
              </a:ln>
              <a:solidFill>
                <a:schemeClr val="tx1">
                  <a:lumMod val="85000"/>
                  <a:lumOff val="15000"/>
                </a:schemeClr>
              </a:solidFill>
              <a:latin typeface="KoPub돋움체 Medium" panose="00000600000000000000" pitchFamily="2" charset="-127"/>
              <a:ea typeface="KoPub돋움체 Medium" panose="00000600000000000000" pitchFamily="2" charset="-127"/>
            </a:endParaRPr>
          </a:p>
        </p:txBody>
      </p:sp>
      <p:sp>
        <p:nvSpPr>
          <p:cNvPr id="61" name="Line 2124"/>
          <p:cNvSpPr>
            <a:spLocks noChangeShapeType="1"/>
          </p:cNvSpPr>
          <p:nvPr/>
        </p:nvSpPr>
        <p:spPr bwMode="auto">
          <a:xfrm flipV="1">
            <a:off x="4310622" y="4086252"/>
            <a:ext cx="5351096" cy="19303"/>
          </a:xfrm>
          <a:prstGeom prst="line">
            <a:avLst/>
          </a:prstGeom>
          <a:noFill/>
          <a:ln w="25400" cap="rnd" cmpd="sng">
            <a:solidFill>
              <a:srgbClr val="014099"/>
            </a:solidFill>
            <a:prstDash val="solid"/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square" lIns="0" tIns="0" rIns="0" bIns="0">
            <a:spAutoFit/>
            <a:scene3d>
              <a:camera prst="orthographicFront"/>
              <a:lightRig rig="threePt" dir="t"/>
            </a:scene3d>
            <a:sp3d>
              <a:bevelT w="0" h="0"/>
            </a:sp3d>
          </a:bodyPr>
          <a:lstStyle/>
          <a:p>
            <a:endParaRPr lang="ko-KR" altLang="en-US" sz="900" spc="-100" dirty="0">
              <a:ln>
                <a:solidFill>
                  <a:schemeClr val="bg1">
                    <a:alpha val="0"/>
                  </a:schemeClr>
                </a:solidFill>
              </a:ln>
              <a:latin typeface="+mn-ea"/>
              <a:ea typeface="+mn-ea"/>
            </a:endParaRPr>
          </a:p>
        </p:txBody>
      </p:sp>
      <p:sp>
        <p:nvSpPr>
          <p:cNvPr id="62" name="타원 61">
            <a:extLst>
              <a:ext uri="{FF2B5EF4-FFF2-40B4-BE49-F238E27FC236}">
                <a16:creationId xmlns:a16="http://schemas.microsoft.com/office/drawing/2014/main" id="{595C20FC-7BBD-47EA-90FE-26D2E77F5A8D}"/>
              </a:ext>
            </a:extLst>
          </p:cNvPr>
          <p:cNvSpPr/>
          <p:nvPr/>
        </p:nvSpPr>
        <p:spPr>
          <a:xfrm>
            <a:off x="4231562" y="4048618"/>
            <a:ext cx="79060" cy="110237"/>
          </a:xfrm>
          <a:prstGeom prst="ellipse">
            <a:avLst/>
          </a:prstGeom>
          <a:solidFill>
            <a:srgbClr val="014099"/>
          </a:solidFill>
          <a:ln w="15875">
            <a:solidFill>
              <a:schemeClr val="bg1"/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8856" rIns="0" bIns="38856" rtlCol="0" anchor="ctr"/>
          <a:lstStyle/>
          <a:p>
            <a:pPr algn="ctr" latinLnBrk="0"/>
            <a:endParaRPr lang="ko-KR" altLang="en-US" sz="1079">
              <a:ln>
                <a:solidFill>
                  <a:schemeClr val="bg1">
                    <a:lumMod val="65000"/>
                    <a:alpha val="0"/>
                  </a:schemeClr>
                </a:solidFill>
              </a:ln>
              <a:solidFill>
                <a:schemeClr val="tx1"/>
              </a:solidFill>
              <a:latin typeface="+mj-ea"/>
              <a:ea typeface="+mj-ea"/>
            </a:endParaRPr>
          </a:p>
        </p:txBody>
      </p:sp>
      <p:sp>
        <p:nvSpPr>
          <p:cNvPr id="64" name="타원 63">
            <a:extLst>
              <a:ext uri="{FF2B5EF4-FFF2-40B4-BE49-F238E27FC236}">
                <a16:creationId xmlns:a16="http://schemas.microsoft.com/office/drawing/2014/main" id="{A6985E94-DE02-4410-9312-5D56D57F26BC}"/>
              </a:ext>
            </a:extLst>
          </p:cNvPr>
          <p:cNvSpPr/>
          <p:nvPr/>
        </p:nvSpPr>
        <p:spPr>
          <a:xfrm>
            <a:off x="9610394" y="4031134"/>
            <a:ext cx="86965" cy="110237"/>
          </a:xfrm>
          <a:prstGeom prst="ellipse">
            <a:avLst/>
          </a:prstGeom>
          <a:solidFill>
            <a:srgbClr val="014099"/>
          </a:solidFill>
          <a:ln w="15875">
            <a:solidFill>
              <a:schemeClr val="bg1"/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8856" rIns="0" bIns="38856" rtlCol="0" anchor="ctr"/>
          <a:lstStyle/>
          <a:p>
            <a:pPr algn="ctr" latinLnBrk="0"/>
            <a:endParaRPr lang="ko-KR" altLang="en-US" sz="1079">
              <a:ln>
                <a:solidFill>
                  <a:schemeClr val="bg1">
                    <a:lumMod val="65000"/>
                    <a:alpha val="0"/>
                  </a:schemeClr>
                </a:solidFill>
              </a:ln>
              <a:solidFill>
                <a:schemeClr val="tx1"/>
              </a:solidFill>
              <a:latin typeface="+mj-ea"/>
              <a:ea typeface="+mj-ea"/>
            </a:endParaRPr>
          </a:p>
        </p:txBody>
      </p:sp>
      <p:sp>
        <p:nvSpPr>
          <p:cNvPr id="65" name="Text Box 2074"/>
          <p:cNvSpPr txBox="1">
            <a:spLocks noChangeArrowheads="1"/>
          </p:cNvSpPr>
          <p:nvPr/>
        </p:nvSpPr>
        <p:spPr bwMode="auto">
          <a:xfrm>
            <a:off x="5877476" y="3899147"/>
            <a:ext cx="2015849" cy="16927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spAutoFit/>
            <a:scene3d>
              <a:camera prst="orthographicFront"/>
              <a:lightRig rig="threePt" dir="t"/>
            </a:scene3d>
            <a:sp3d>
              <a:bevelT w="0" h="0"/>
            </a:sp3d>
          </a:bodyPr>
          <a:lstStyle>
            <a:defPPr>
              <a:defRPr lang="ko-KR"/>
            </a:defPPr>
            <a:lvl1pPr marL="72000" defTabSz="1289050">
              <a:defRPr kumimoji="1" sz="90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000000"/>
                </a:solidFill>
                <a:latin typeface="+mn-ea"/>
              </a:defRPr>
            </a:lvl1pPr>
            <a:lvl2pPr marL="742950" indent="-285750" defTabSz="1289050">
              <a:defRPr kumimoji="1">
                <a:latin typeface="굴림" pitchFamily="50" charset="-127"/>
                <a:ea typeface="굴림" pitchFamily="50" charset="-127"/>
              </a:defRPr>
            </a:lvl2pPr>
            <a:lvl3pPr marL="1143000" indent="-228600" defTabSz="1289050">
              <a:defRPr kumimoji="1">
                <a:latin typeface="굴림" pitchFamily="50" charset="-127"/>
                <a:ea typeface="굴림" pitchFamily="50" charset="-127"/>
              </a:defRPr>
            </a:lvl3pPr>
            <a:lvl4pPr marL="1600200" indent="-228600" defTabSz="1289050">
              <a:defRPr kumimoji="1">
                <a:latin typeface="굴림" pitchFamily="50" charset="-127"/>
                <a:ea typeface="굴림" pitchFamily="50" charset="-127"/>
              </a:defRPr>
            </a:lvl4pPr>
            <a:lvl5pPr marL="2057400" indent="-228600" defTabSz="1289050">
              <a:defRPr kumimoji="1">
                <a:latin typeface="굴림" pitchFamily="50" charset="-127"/>
                <a:ea typeface="굴림" pitchFamily="50" charset="-127"/>
              </a:defRPr>
            </a:lvl5pPr>
            <a:lvl6pPr marL="2514600" indent="-228600" defTabSz="1289050" fontAlgn="base">
              <a:spcBef>
                <a:spcPct val="0"/>
              </a:spcBef>
              <a:spcAft>
                <a:spcPct val="0"/>
              </a:spcAft>
              <a:defRPr kumimoji="1">
                <a:latin typeface="굴림" pitchFamily="50" charset="-127"/>
                <a:ea typeface="굴림" pitchFamily="50" charset="-127"/>
              </a:defRPr>
            </a:lvl6pPr>
            <a:lvl7pPr marL="2971800" indent="-228600" defTabSz="1289050" fontAlgn="base">
              <a:spcBef>
                <a:spcPct val="0"/>
              </a:spcBef>
              <a:spcAft>
                <a:spcPct val="0"/>
              </a:spcAft>
              <a:defRPr kumimoji="1">
                <a:latin typeface="굴림" pitchFamily="50" charset="-127"/>
                <a:ea typeface="굴림" pitchFamily="50" charset="-127"/>
              </a:defRPr>
            </a:lvl7pPr>
            <a:lvl8pPr marL="3429000" indent="-228600" defTabSz="1289050" fontAlgn="base">
              <a:spcBef>
                <a:spcPct val="0"/>
              </a:spcBef>
              <a:spcAft>
                <a:spcPct val="0"/>
              </a:spcAft>
              <a:defRPr kumimoji="1">
                <a:latin typeface="굴림" pitchFamily="50" charset="-127"/>
                <a:ea typeface="굴림" pitchFamily="50" charset="-127"/>
              </a:defRPr>
            </a:lvl8pPr>
            <a:lvl9pPr marL="3886200" indent="-228600" defTabSz="1289050" fontAlgn="base">
              <a:spcBef>
                <a:spcPct val="0"/>
              </a:spcBef>
              <a:spcAft>
                <a:spcPct val="0"/>
              </a:spcAft>
              <a:defRPr kumimoji="1">
                <a:latin typeface="굴림" pitchFamily="50" charset="-127"/>
                <a:ea typeface="굴림" pitchFamily="50" charset="-127"/>
              </a:defRPr>
            </a:lvl9pPr>
          </a:lstStyle>
          <a:p>
            <a:pPr marL="86601" indent="-86601" defTabSz="497736" fontAlgn="ctr" latinLnBrk="0">
              <a:spcBef>
                <a:spcPct val="20000"/>
              </a:spcBef>
              <a:defRPr/>
            </a:pPr>
            <a:r>
              <a:rPr lang="ko-KR" altLang="en-US" sz="1100" kern="0" spc="-149" dirty="0">
                <a:ln>
                  <a:solidFill>
                    <a:prstClr val="white">
                      <a:lumMod val="65000"/>
                      <a:alpha val="0"/>
                    </a:prst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국가 지자기 모델 활용 확대 방안</a:t>
            </a:r>
          </a:p>
        </p:txBody>
      </p:sp>
      <p:sp>
        <p:nvSpPr>
          <p:cNvPr id="66" name="Line 2124"/>
          <p:cNvSpPr>
            <a:spLocks noChangeShapeType="1"/>
          </p:cNvSpPr>
          <p:nvPr/>
        </p:nvSpPr>
        <p:spPr bwMode="auto">
          <a:xfrm>
            <a:off x="5370669" y="2193385"/>
            <a:ext cx="1078556" cy="0"/>
          </a:xfrm>
          <a:prstGeom prst="line">
            <a:avLst/>
          </a:prstGeom>
          <a:noFill/>
          <a:ln w="25400" cap="rnd" cmpd="sng">
            <a:solidFill>
              <a:srgbClr val="014099"/>
            </a:solidFill>
            <a:prstDash val="solid"/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square" lIns="0" tIns="0" rIns="0" bIns="0">
            <a:spAutoFit/>
            <a:scene3d>
              <a:camera prst="orthographicFront"/>
              <a:lightRig rig="threePt" dir="t"/>
            </a:scene3d>
            <a:sp3d>
              <a:bevelT w="0" h="0"/>
            </a:sp3d>
          </a:bodyPr>
          <a:lstStyle/>
          <a:p>
            <a:endParaRPr lang="ko-KR" altLang="en-US" sz="900" spc="-100" dirty="0">
              <a:ln>
                <a:solidFill>
                  <a:schemeClr val="bg1">
                    <a:alpha val="0"/>
                  </a:schemeClr>
                </a:solidFill>
              </a:ln>
              <a:latin typeface="+mn-ea"/>
              <a:ea typeface="+mn-ea"/>
            </a:endParaRPr>
          </a:p>
        </p:txBody>
      </p:sp>
      <p:sp>
        <p:nvSpPr>
          <p:cNvPr id="67" name="타원 66">
            <a:extLst>
              <a:ext uri="{FF2B5EF4-FFF2-40B4-BE49-F238E27FC236}">
                <a16:creationId xmlns:a16="http://schemas.microsoft.com/office/drawing/2014/main" id="{595C20FC-7BBD-47EA-90FE-26D2E77F5A8D}"/>
              </a:ext>
            </a:extLst>
          </p:cNvPr>
          <p:cNvSpPr/>
          <p:nvPr/>
        </p:nvSpPr>
        <p:spPr>
          <a:xfrm>
            <a:off x="5346727" y="2132933"/>
            <a:ext cx="79060" cy="110237"/>
          </a:xfrm>
          <a:prstGeom prst="ellipse">
            <a:avLst/>
          </a:prstGeom>
          <a:solidFill>
            <a:srgbClr val="014099"/>
          </a:solidFill>
          <a:ln w="15875">
            <a:solidFill>
              <a:schemeClr val="bg1"/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8856" rIns="0" bIns="38856" rtlCol="0" anchor="ctr"/>
          <a:lstStyle/>
          <a:p>
            <a:pPr algn="ctr" latinLnBrk="0"/>
            <a:endParaRPr lang="ko-KR" altLang="en-US" sz="1079">
              <a:ln>
                <a:solidFill>
                  <a:schemeClr val="bg1">
                    <a:lumMod val="65000"/>
                    <a:alpha val="0"/>
                  </a:schemeClr>
                </a:solidFill>
              </a:ln>
              <a:solidFill>
                <a:schemeClr val="tx1"/>
              </a:solidFill>
              <a:latin typeface="+mj-ea"/>
              <a:ea typeface="+mj-ea"/>
            </a:endParaRPr>
          </a:p>
        </p:txBody>
      </p:sp>
      <p:sp>
        <p:nvSpPr>
          <p:cNvPr id="68" name="타원 67">
            <a:extLst>
              <a:ext uri="{FF2B5EF4-FFF2-40B4-BE49-F238E27FC236}">
                <a16:creationId xmlns:a16="http://schemas.microsoft.com/office/drawing/2014/main" id="{A6985E94-DE02-4410-9312-5D56D57F26BC}"/>
              </a:ext>
            </a:extLst>
          </p:cNvPr>
          <p:cNvSpPr/>
          <p:nvPr/>
        </p:nvSpPr>
        <p:spPr>
          <a:xfrm>
            <a:off x="6381642" y="2141764"/>
            <a:ext cx="79060" cy="110237"/>
          </a:xfrm>
          <a:prstGeom prst="ellipse">
            <a:avLst/>
          </a:prstGeom>
          <a:solidFill>
            <a:srgbClr val="014099"/>
          </a:solidFill>
          <a:ln w="15875">
            <a:solidFill>
              <a:schemeClr val="bg1"/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8856" rIns="0" bIns="38856" rtlCol="0" anchor="ctr"/>
          <a:lstStyle/>
          <a:p>
            <a:pPr algn="ctr" latinLnBrk="0"/>
            <a:endParaRPr lang="ko-KR" altLang="en-US" sz="1079">
              <a:ln>
                <a:solidFill>
                  <a:schemeClr val="bg1">
                    <a:lumMod val="65000"/>
                    <a:alpha val="0"/>
                  </a:schemeClr>
                </a:solidFill>
              </a:ln>
              <a:solidFill>
                <a:schemeClr val="tx1"/>
              </a:solidFill>
              <a:latin typeface="+mj-ea"/>
              <a:ea typeface="+mj-ea"/>
            </a:endParaRPr>
          </a:p>
        </p:txBody>
      </p:sp>
      <p:sp>
        <p:nvSpPr>
          <p:cNvPr id="69" name="Text Box 2074"/>
          <p:cNvSpPr txBox="1">
            <a:spLocks noChangeArrowheads="1"/>
          </p:cNvSpPr>
          <p:nvPr/>
        </p:nvSpPr>
        <p:spPr bwMode="auto">
          <a:xfrm>
            <a:off x="5288674" y="1996982"/>
            <a:ext cx="1283794" cy="16927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spAutoFit/>
            <a:scene3d>
              <a:camera prst="orthographicFront"/>
              <a:lightRig rig="threePt" dir="t"/>
            </a:scene3d>
            <a:sp3d>
              <a:bevelT w="0" h="0"/>
            </a:sp3d>
          </a:bodyPr>
          <a:lstStyle>
            <a:defPPr>
              <a:defRPr lang="ko-KR"/>
            </a:defPPr>
            <a:lvl1pPr marL="72000" defTabSz="1289050">
              <a:defRPr kumimoji="1" sz="90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000000"/>
                </a:solidFill>
                <a:latin typeface="+mn-ea"/>
              </a:defRPr>
            </a:lvl1pPr>
            <a:lvl2pPr marL="742950" indent="-285750" defTabSz="1289050">
              <a:defRPr kumimoji="1">
                <a:latin typeface="굴림" pitchFamily="50" charset="-127"/>
                <a:ea typeface="굴림" pitchFamily="50" charset="-127"/>
              </a:defRPr>
            </a:lvl2pPr>
            <a:lvl3pPr marL="1143000" indent="-228600" defTabSz="1289050">
              <a:defRPr kumimoji="1">
                <a:latin typeface="굴림" pitchFamily="50" charset="-127"/>
                <a:ea typeface="굴림" pitchFamily="50" charset="-127"/>
              </a:defRPr>
            </a:lvl3pPr>
            <a:lvl4pPr marL="1600200" indent="-228600" defTabSz="1289050">
              <a:defRPr kumimoji="1">
                <a:latin typeface="굴림" pitchFamily="50" charset="-127"/>
                <a:ea typeface="굴림" pitchFamily="50" charset="-127"/>
              </a:defRPr>
            </a:lvl4pPr>
            <a:lvl5pPr marL="2057400" indent="-228600" defTabSz="1289050">
              <a:defRPr kumimoji="1">
                <a:latin typeface="굴림" pitchFamily="50" charset="-127"/>
                <a:ea typeface="굴림" pitchFamily="50" charset="-127"/>
              </a:defRPr>
            </a:lvl5pPr>
            <a:lvl6pPr marL="2514600" indent="-228600" defTabSz="1289050" fontAlgn="base">
              <a:spcBef>
                <a:spcPct val="0"/>
              </a:spcBef>
              <a:spcAft>
                <a:spcPct val="0"/>
              </a:spcAft>
              <a:defRPr kumimoji="1">
                <a:latin typeface="굴림" pitchFamily="50" charset="-127"/>
                <a:ea typeface="굴림" pitchFamily="50" charset="-127"/>
              </a:defRPr>
            </a:lvl6pPr>
            <a:lvl7pPr marL="2971800" indent="-228600" defTabSz="1289050" fontAlgn="base">
              <a:spcBef>
                <a:spcPct val="0"/>
              </a:spcBef>
              <a:spcAft>
                <a:spcPct val="0"/>
              </a:spcAft>
              <a:defRPr kumimoji="1">
                <a:latin typeface="굴림" pitchFamily="50" charset="-127"/>
                <a:ea typeface="굴림" pitchFamily="50" charset="-127"/>
              </a:defRPr>
            </a:lvl7pPr>
            <a:lvl8pPr marL="3429000" indent="-228600" defTabSz="1289050" fontAlgn="base">
              <a:spcBef>
                <a:spcPct val="0"/>
              </a:spcBef>
              <a:spcAft>
                <a:spcPct val="0"/>
              </a:spcAft>
              <a:defRPr kumimoji="1">
                <a:latin typeface="굴림" pitchFamily="50" charset="-127"/>
                <a:ea typeface="굴림" pitchFamily="50" charset="-127"/>
              </a:defRPr>
            </a:lvl8pPr>
            <a:lvl9pPr marL="3886200" indent="-228600" defTabSz="1289050" fontAlgn="base">
              <a:spcBef>
                <a:spcPct val="0"/>
              </a:spcBef>
              <a:spcAft>
                <a:spcPct val="0"/>
              </a:spcAft>
              <a:defRPr kumimoji="1">
                <a:latin typeface="굴림" pitchFamily="50" charset="-127"/>
                <a:ea typeface="굴림" pitchFamily="50" charset="-127"/>
              </a:defRPr>
            </a:lvl9pPr>
          </a:lstStyle>
          <a:p>
            <a:pPr marL="86601" indent="-86601" defTabSz="497736" fontAlgn="ctr" latinLnBrk="0">
              <a:spcBef>
                <a:spcPct val="20000"/>
              </a:spcBef>
              <a:defRPr/>
            </a:pPr>
            <a:r>
              <a:rPr lang="ko-KR" altLang="en-US" sz="1100" kern="0" spc="-149">
                <a:ln>
                  <a:solidFill>
                    <a:prstClr val="white">
                      <a:lumMod val="65000"/>
                      <a:alpha val="0"/>
                    </a:prst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지자기점 선점</a:t>
            </a:r>
            <a:endParaRPr lang="ko-KR" altLang="en-US" sz="1100" kern="0" spc="-149" dirty="0">
              <a:ln>
                <a:solidFill>
                  <a:prstClr val="white">
                    <a:lumMod val="65000"/>
                    <a:alpha val="0"/>
                  </a:prstClr>
                </a:solidFill>
              </a:ln>
              <a:solidFill>
                <a:schemeClr val="tx1">
                  <a:lumMod val="85000"/>
                  <a:lumOff val="15000"/>
                </a:schemeClr>
              </a:solidFill>
              <a:latin typeface="KoPub돋움체 Medium" panose="00000600000000000000" pitchFamily="2" charset="-127"/>
              <a:ea typeface="KoPub돋움체 Medium" panose="00000600000000000000" pitchFamily="2" charset="-127"/>
            </a:endParaRPr>
          </a:p>
        </p:txBody>
      </p:sp>
      <p:sp>
        <p:nvSpPr>
          <p:cNvPr id="80" name="타원 79">
            <a:extLst>
              <a:ext uri="{FF2B5EF4-FFF2-40B4-BE49-F238E27FC236}">
                <a16:creationId xmlns:a16="http://schemas.microsoft.com/office/drawing/2014/main" id="{595C20FC-7BBD-47EA-90FE-26D2E77F5A8D}"/>
              </a:ext>
            </a:extLst>
          </p:cNvPr>
          <p:cNvSpPr/>
          <p:nvPr/>
        </p:nvSpPr>
        <p:spPr>
          <a:xfrm>
            <a:off x="7388477" y="2510163"/>
            <a:ext cx="79060" cy="110237"/>
          </a:xfrm>
          <a:prstGeom prst="ellipse">
            <a:avLst/>
          </a:prstGeom>
          <a:solidFill>
            <a:srgbClr val="014099"/>
          </a:solidFill>
          <a:ln w="15875">
            <a:solidFill>
              <a:schemeClr val="bg1"/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8856" rIns="0" bIns="38856" rtlCol="0" anchor="ctr"/>
          <a:lstStyle/>
          <a:p>
            <a:pPr algn="ctr" latinLnBrk="0"/>
            <a:endParaRPr lang="ko-KR" altLang="en-US" sz="1079">
              <a:ln>
                <a:solidFill>
                  <a:schemeClr val="bg1">
                    <a:lumMod val="65000"/>
                    <a:alpha val="0"/>
                  </a:schemeClr>
                </a:solidFill>
              </a:ln>
              <a:solidFill>
                <a:schemeClr val="tx1"/>
              </a:solidFill>
              <a:latin typeface="+mj-ea"/>
              <a:ea typeface="+mj-ea"/>
            </a:endParaRPr>
          </a:p>
        </p:txBody>
      </p:sp>
      <p:sp>
        <p:nvSpPr>
          <p:cNvPr id="82" name="Line 2124"/>
          <p:cNvSpPr>
            <a:spLocks noChangeShapeType="1"/>
          </p:cNvSpPr>
          <p:nvPr/>
        </p:nvSpPr>
        <p:spPr bwMode="auto">
          <a:xfrm>
            <a:off x="6388981" y="2570615"/>
            <a:ext cx="1078556" cy="0"/>
          </a:xfrm>
          <a:prstGeom prst="line">
            <a:avLst/>
          </a:prstGeom>
          <a:noFill/>
          <a:ln w="25400" cap="rnd" cmpd="sng">
            <a:solidFill>
              <a:srgbClr val="014099"/>
            </a:solidFill>
            <a:prstDash val="solid"/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square" lIns="0" tIns="0" rIns="0" bIns="0">
            <a:spAutoFit/>
            <a:scene3d>
              <a:camera prst="orthographicFront"/>
              <a:lightRig rig="threePt" dir="t"/>
            </a:scene3d>
            <a:sp3d>
              <a:bevelT w="0" h="0"/>
            </a:sp3d>
          </a:bodyPr>
          <a:lstStyle/>
          <a:p>
            <a:endParaRPr lang="ko-KR" altLang="en-US" sz="900" spc="-100" dirty="0">
              <a:ln>
                <a:solidFill>
                  <a:schemeClr val="bg1">
                    <a:alpha val="0"/>
                  </a:schemeClr>
                </a:solidFill>
              </a:ln>
              <a:latin typeface="+mn-ea"/>
              <a:ea typeface="+mn-ea"/>
            </a:endParaRPr>
          </a:p>
        </p:txBody>
      </p:sp>
      <p:sp>
        <p:nvSpPr>
          <p:cNvPr id="83" name="타원 82">
            <a:extLst>
              <a:ext uri="{FF2B5EF4-FFF2-40B4-BE49-F238E27FC236}">
                <a16:creationId xmlns:a16="http://schemas.microsoft.com/office/drawing/2014/main" id="{595C20FC-7BBD-47EA-90FE-26D2E77F5A8D}"/>
              </a:ext>
            </a:extLst>
          </p:cNvPr>
          <p:cNvSpPr/>
          <p:nvPr/>
        </p:nvSpPr>
        <p:spPr>
          <a:xfrm>
            <a:off x="6365039" y="2510163"/>
            <a:ext cx="79060" cy="110237"/>
          </a:xfrm>
          <a:prstGeom prst="ellipse">
            <a:avLst/>
          </a:prstGeom>
          <a:solidFill>
            <a:srgbClr val="014099"/>
          </a:solidFill>
          <a:ln w="15875">
            <a:solidFill>
              <a:schemeClr val="bg1"/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8856" rIns="0" bIns="38856" rtlCol="0" anchor="ctr"/>
          <a:lstStyle/>
          <a:p>
            <a:pPr algn="ctr" latinLnBrk="0"/>
            <a:endParaRPr lang="ko-KR" altLang="en-US" sz="1079">
              <a:ln>
                <a:solidFill>
                  <a:schemeClr val="bg1">
                    <a:lumMod val="65000"/>
                    <a:alpha val="0"/>
                  </a:schemeClr>
                </a:solidFill>
              </a:ln>
              <a:solidFill>
                <a:schemeClr val="tx1"/>
              </a:solidFill>
              <a:latin typeface="+mj-ea"/>
              <a:ea typeface="+mj-ea"/>
            </a:endParaRPr>
          </a:p>
        </p:txBody>
      </p:sp>
      <p:sp>
        <p:nvSpPr>
          <p:cNvPr id="84" name="타원 83">
            <a:extLst>
              <a:ext uri="{FF2B5EF4-FFF2-40B4-BE49-F238E27FC236}">
                <a16:creationId xmlns:a16="http://schemas.microsoft.com/office/drawing/2014/main" id="{A6985E94-DE02-4410-9312-5D56D57F26BC}"/>
              </a:ext>
            </a:extLst>
          </p:cNvPr>
          <p:cNvSpPr/>
          <p:nvPr/>
        </p:nvSpPr>
        <p:spPr>
          <a:xfrm>
            <a:off x="7399954" y="2518994"/>
            <a:ext cx="79060" cy="110237"/>
          </a:xfrm>
          <a:prstGeom prst="ellipse">
            <a:avLst/>
          </a:prstGeom>
          <a:solidFill>
            <a:srgbClr val="014099"/>
          </a:solidFill>
          <a:ln w="15875">
            <a:solidFill>
              <a:schemeClr val="bg1"/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8856" rIns="0" bIns="38856" rtlCol="0" anchor="ctr"/>
          <a:lstStyle/>
          <a:p>
            <a:pPr algn="ctr" latinLnBrk="0"/>
            <a:endParaRPr lang="ko-KR" altLang="en-US" sz="1079">
              <a:ln>
                <a:solidFill>
                  <a:schemeClr val="bg1">
                    <a:lumMod val="65000"/>
                    <a:alpha val="0"/>
                  </a:schemeClr>
                </a:solidFill>
              </a:ln>
              <a:solidFill>
                <a:schemeClr val="tx1"/>
              </a:solidFill>
              <a:latin typeface="+mj-ea"/>
              <a:ea typeface="+mj-ea"/>
            </a:endParaRPr>
          </a:p>
        </p:txBody>
      </p:sp>
      <p:sp>
        <p:nvSpPr>
          <p:cNvPr id="85" name="Text Box 2074"/>
          <p:cNvSpPr txBox="1">
            <a:spLocks noChangeArrowheads="1"/>
          </p:cNvSpPr>
          <p:nvPr/>
        </p:nvSpPr>
        <p:spPr bwMode="auto">
          <a:xfrm>
            <a:off x="6296992" y="2407608"/>
            <a:ext cx="1283794" cy="16927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spAutoFit/>
            <a:scene3d>
              <a:camera prst="orthographicFront"/>
              <a:lightRig rig="threePt" dir="t"/>
            </a:scene3d>
            <a:sp3d>
              <a:bevelT w="0" h="0"/>
            </a:sp3d>
          </a:bodyPr>
          <a:lstStyle>
            <a:defPPr>
              <a:defRPr lang="ko-KR"/>
            </a:defPPr>
            <a:lvl1pPr marL="72000" defTabSz="1289050">
              <a:defRPr kumimoji="1" sz="90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000000"/>
                </a:solidFill>
                <a:latin typeface="+mn-ea"/>
              </a:defRPr>
            </a:lvl1pPr>
            <a:lvl2pPr marL="742950" indent="-285750" defTabSz="1289050">
              <a:defRPr kumimoji="1">
                <a:latin typeface="굴림" pitchFamily="50" charset="-127"/>
                <a:ea typeface="굴림" pitchFamily="50" charset="-127"/>
              </a:defRPr>
            </a:lvl2pPr>
            <a:lvl3pPr marL="1143000" indent="-228600" defTabSz="1289050">
              <a:defRPr kumimoji="1">
                <a:latin typeface="굴림" pitchFamily="50" charset="-127"/>
                <a:ea typeface="굴림" pitchFamily="50" charset="-127"/>
              </a:defRPr>
            </a:lvl3pPr>
            <a:lvl4pPr marL="1600200" indent="-228600" defTabSz="1289050">
              <a:defRPr kumimoji="1">
                <a:latin typeface="굴림" pitchFamily="50" charset="-127"/>
                <a:ea typeface="굴림" pitchFamily="50" charset="-127"/>
              </a:defRPr>
            </a:lvl4pPr>
            <a:lvl5pPr marL="2057400" indent="-228600" defTabSz="1289050">
              <a:defRPr kumimoji="1">
                <a:latin typeface="굴림" pitchFamily="50" charset="-127"/>
                <a:ea typeface="굴림" pitchFamily="50" charset="-127"/>
              </a:defRPr>
            </a:lvl5pPr>
            <a:lvl6pPr marL="2514600" indent="-228600" defTabSz="1289050" fontAlgn="base">
              <a:spcBef>
                <a:spcPct val="0"/>
              </a:spcBef>
              <a:spcAft>
                <a:spcPct val="0"/>
              </a:spcAft>
              <a:defRPr kumimoji="1">
                <a:latin typeface="굴림" pitchFamily="50" charset="-127"/>
                <a:ea typeface="굴림" pitchFamily="50" charset="-127"/>
              </a:defRPr>
            </a:lvl6pPr>
            <a:lvl7pPr marL="2971800" indent="-228600" defTabSz="1289050" fontAlgn="base">
              <a:spcBef>
                <a:spcPct val="0"/>
              </a:spcBef>
              <a:spcAft>
                <a:spcPct val="0"/>
              </a:spcAft>
              <a:defRPr kumimoji="1">
                <a:latin typeface="굴림" pitchFamily="50" charset="-127"/>
                <a:ea typeface="굴림" pitchFamily="50" charset="-127"/>
              </a:defRPr>
            </a:lvl7pPr>
            <a:lvl8pPr marL="3429000" indent="-228600" defTabSz="1289050" fontAlgn="base">
              <a:spcBef>
                <a:spcPct val="0"/>
              </a:spcBef>
              <a:spcAft>
                <a:spcPct val="0"/>
              </a:spcAft>
              <a:defRPr kumimoji="1">
                <a:latin typeface="굴림" pitchFamily="50" charset="-127"/>
                <a:ea typeface="굴림" pitchFamily="50" charset="-127"/>
              </a:defRPr>
            </a:lvl8pPr>
            <a:lvl9pPr marL="3886200" indent="-228600" defTabSz="1289050" fontAlgn="base">
              <a:spcBef>
                <a:spcPct val="0"/>
              </a:spcBef>
              <a:spcAft>
                <a:spcPct val="0"/>
              </a:spcAft>
              <a:defRPr kumimoji="1">
                <a:latin typeface="굴림" pitchFamily="50" charset="-127"/>
                <a:ea typeface="굴림" pitchFamily="50" charset="-127"/>
              </a:defRPr>
            </a:lvl9pPr>
          </a:lstStyle>
          <a:p>
            <a:pPr marL="86601" indent="-86601" defTabSz="497736" fontAlgn="ctr" latinLnBrk="0">
              <a:spcBef>
                <a:spcPct val="20000"/>
              </a:spcBef>
              <a:defRPr/>
            </a:pPr>
            <a:r>
              <a:rPr lang="en-US" altLang="ko-KR" sz="1100" kern="0" spc="-149">
                <a:ln>
                  <a:solidFill>
                    <a:prstClr val="white">
                      <a:lumMod val="65000"/>
                      <a:alpha val="0"/>
                    </a:prst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MinGeo</a:t>
            </a:r>
            <a:endParaRPr lang="ko-KR" altLang="en-US" sz="1100" kern="0" spc="-149" dirty="0">
              <a:ln>
                <a:solidFill>
                  <a:prstClr val="white">
                    <a:lumMod val="65000"/>
                    <a:alpha val="0"/>
                  </a:prstClr>
                </a:solidFill>
              </a:ln>
              <a:solidFill>
                <a:schemeClr val="tx1">
                  <a:lumMod val="85000"/>
                  <a:lumOff val="15000"/>
                </a:schemeClr>
              </a:solidFill>
              <a:latin typeface="KoPub돋움체 Medium" panose="00000600000000000000" pitchFamily="2" charset="-127"/>
              <a:ea typeface="KoPub돋움체 Medium" panose="00000600000000000000" pitchFamily="2" charset="-127"/>
            </a:endParaRPr>
          </a:p>
        </p:txBody>
      </p:sp>
      <p:sp>
        <p:nvSpPr>
          <p:cNvPr id="2" name="직사각형 1"/>
          <p:cNvSpPr/>
          <p:nvPr/>
        </p:nvSpPr>
        <p:spPr>
          <a:xfrm>
            <a:off x="4207399" y="2247921"/>
            <a:ext cx="5282105" cy="47702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l"/>
            <a:endParaRPr lang="ko-KR" altLang="en-US"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79779043"/>
      </p:ext>
    </p:extLst>
  </p:cSld>
  <p:clrMapOvr>
    <a:masterClrMapping/>
  </p:clrMapOvr>
  <p:transition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E0FA13FB-E74A-588D-C346-FF3F300A44E7}"/>
              </a:ext>
            </a:extLst>
          </p:cNvPr>
          <p:cNvSpPr/>
          <p:nvPr/>
        </p:nvSpPr>
        <p:spPr>
          <a:xfrm>
            <a:off x="310951" y="1084577"/>
            <a:ext cx="5147747" cy="437381"/>
          </a:xfrm>
          <a:prstGeom prst="roundRect">
            <a:avLst>
              <a:gd name="adj" fmla="val 50000"/>
            </a:avLst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defTabSz="803546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sz="1600" dirty="0">
              <a:solidFill>
                <a:prstClr val="white"/>
              </a:solidFill>
              <a:latin typeface="맑은 고딕" panose="020F0502020204030204"/>
              <a:ea typeface="맑은 고딕" panose="020B0503020000020004" pitchFamily="50" charset="-127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8C8DCFFB-03DC-4CFF-2C0B-CF0927FB028F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grayscl/>
            <a:lum bright="-40000" contrast="-40000"/>
          </a:blip>
          <a:stretch>
            <a:fillRect/>
          </a:stretch>
        </p:blipFill>
        <p:spPr>
          <a:xfrm>
            <a:off x="483021" y="1144975"/>
            <a:ext cx="344939" cy="333141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D3D1C21-414F-0E6B-6F3D-EC6FE008943D}"/>
              </a:ext>
            </a:extLst>
          </p:cNvPr>
          <p:cNvSpPr txBox="1"/>
          <p:nvPr/>
        </p:nvSpPr>
        <p:spPr>
          <a:xfrm>
            <a:off x="816801" y="1090008"/>
            <a:ext cx="5432343" cy="400110"/>
          </a:xfrm>
          <a:prstGeom prst="rect">
            <a:avLst/>
          </a:prstGeom>
        </p:spPr>
        <p:txBody>
          <a:bodyPr wrap="square">
            <a:spAutoFit/>
            <a:scene3d>
              <a:camera prst="orthographicFront"/>
              <a:lightRig rig="threePt" dir="t"/>
            </a:scene3d>
            <a:sp3d>
              <a:bevelT w="0"/>
            </a:sp3d>
          </a:bodyPr>
          <a:lstStyle>
            <a:defPPr>
              <a:defRPr lang="ko-KR"/>
            </a:defPPr>
            <a:lvl1pPr marL="92075" indent="-92075" defTabSz="1043056" latinLnBrk="0">
              <a:spcBef>
                <a:spcPts val="200"/>
              </a:spcBef>
              <a:buFont typeface="Arial" panose="020B0604020202020204" pitchFamily="34" charset="0"/>
              <a:buChar char="•"/>
              <a:defRPr sz="800" kern="0" spc="-100">
                <a:solidFill>
                  <a:schemeClr val="tx1">
                    <a:lumMod val="75000"/>
                    <a:lumOff val="25000"/>
                  </a:schemeClr>
                </a:solidFill>
                <a:latin typeface="Rix고딕 M" panose="02020603020101020101" pitchFamily="18" charset="-127"/>
                <a:ea typeface="Rix고딕 M" panose="02020603020101020101" pitchFamily="18" charset="-127"/>
              </a:defRPr>
            </a:lvl1pPr>
          </a:lstStyle>
          <a:p>
            <a:pPr marL="0" lvl="1" algn="l" defTabSz="1043056">
              <a:spcBef>
                <a:spcPts val="0"/>
              </a:spcBef>
              <a:spcAft>
                <a:spcPts val="0"/>
              </a:spcAft>
              <a:buClr>
                <a:schemeClr val="tx1">
                  <a:lumMod val="65000"/>
                  <a:lumOff val="35000"/>
                </a:schemeClr>
              </a:buClr>
              <a:buSzPct val="100000"/>
              <a:tabLst>
                <a:tab pos="5645270" algn="l"/>
              </a:tabLst>
              <a:defRPr/>
            </a:pPr>
            <a:r>
              <a:rPr lang="ko-KR" altLang="en-US" sz="2000" b="1" kern="0" spc="-100" dirty="0">
                <a:solidFill>
                  <a:srgbClr val="FF0000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모델 갱신 주기 및 방안 도출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E3F9181E-F760-EC42-F549-976A69C2B870}"/>
              </a:ext>
            </a:extLst>
          </p:cNvPr>
          <p:cNvSpPr/>
          <p:nvPr/>
        </p:nvSpPr>
        <p:spPr>
          <a:xfrm>
            <a:off x="415925" y="335141"/>
            <a:ext cx="7777436" cy="523220"/>
          </a:xfrm>
          <a:prstGeom prst="rect">
            <a:avLst/>
          </a:prstGeom>
        </p:spPr>
        <p:txBody>
          <a:bodyPr wrap="square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marL="0" lvl="1" indent="-85725" algn="l" latinLnBrk="0">
              <a:spcBef>
                <a:spcPct val="0"/>
              </a:spcBef>
              <a:buClr>
                <a:srgbClr val="008400"/>
              </a:buClr>
              <a:buSzPct val="140000"/>
              <a:tabLst>
                <a:tab pos="5645270" algn="l"/>
              </a:tabLst>
              <a:defRPr/>
            </a:pPr>
            <a:r>
              <a:rPr lang="en-US" altLang="ko-KR" sz="2800" spc="-150" dirty="0"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Monotype Sorts"/>
              </a:rPr>
              <a:t>1. </a:t>
            </a:r>
            <a:r>
              <a:rPr lang="ko-KR" altLang="en-US" sz="2800" spc="-150" dirty="0"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Monotype Sorts"/>
              </a:rPr>
              <a:t>국가기준점 지자기측량</a:t>
            </a:r>
            <a:r>
              <a:rPr lang="ko-KR" altLang="en-US" sz="2800" spc="-150" dirty="0"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발전방안</a:t>
            </a:r>
            <a:endParaRPr lang="ko-KR" altLang="en-US" sz="2800" spc="-150" dirty="0">
              <a:solidFill>
                <a:schemeClr val="bg1"/>
              </a:solidFill>
              <a:latin typeface="KoPub돋움체 Bold" panose="02020603020101020101" pitchFamily="18" charset="-127"/>
              <a:ea typeface="KoPub돋움체 Bold" panose="02020603020101020101" pitchFamily="18" charset="-127"/>
              <a:sym typeface="Monotype Sorts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411480" y="1828800"/>
            <a:ext cx="9079992" cy="603504"/>
          </a:xfrm>
          <a:prstGeom prst="rect">
            <a:avLst/>
          </a:prstGeom>
          <a:solidFill>
            <a:srgbClr val="FDEA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9496" y="1883664"/>
            <a:ext cx="8823960" cy="201168"/>
          </a:xfrm>
          <a:prstGeom prst="rect">
            <a:avLst/>
          </a:prstGeom>
          <a:noFill/>
        </p:spPr>
        <p:txBody>
          <a:bodyPr wrap="square" lIns="18000" rIns="1800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595959"/>
                </a:solidFill>
                <a:latin typeface="KoPub돋움체 Medium"/>
              </a:rPr>
              <a:t>국가 지자기모델 갱신 주기 및 절차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9496" y="2084832"/>
            <a:ext cx="8823960" cy="347472"/>
          </a:xfrm>
          <a:prstGeom prst="rect">
            <a:avLst/>
          </a:prstGeom>
          <a:noFill/>
        </p:spPr>
        <p:txBody>
          <a:bodyPr wrap="square" lIns="18000" rIns="1800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A1A1A"/>
                </a:solidFill>
                <a:latin typeface="KoPub돋움체 Bold"/>
              </a:rPr>
              <a:t>관측망 재관측 주기(5년)에 맞춰 모델을 재계산하고, 기준시점 변경 시 수시 갱신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2633472"/>
            <a:ext cx="2036826" cy="1060704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BFCB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11480" y="2633472"/>
            <a:ext cx="2036826" cy="329184"/>
          </a:xfrm>
          <a:prstGeom prst="roundRect">
            <a:avLst>
              <a:gd name="adj" fmla="val 14000"/>
            </a:avLst>
          </a:prstGeom>
          <a:solidFill>
            <a:srgbClr val="2F54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1480" y="2816352"/>
            <a:ext cx="2036826" cy="146304"/>
          </a:xfrm>
          <a:prstGeom prst="rect">
            <a:avLst/>
          </a:prstGeom>
          <a:solidFill>
            <a:srgbClr val="2F54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2660904"/>
            <a:ext cx="2036826" cy="274320"/>
          </a:xfrm>
          <a:prstGeom prst="rect">
            <a:avLst/>
          </a:prstGeom>
          <a:noFill/>
        </p:spPr>
        <p:txBody>
          <a:bodyPr wrap="square" lIns="18000" rIns="1800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KoPub돋움체 Bold"/>
              </a:rPr>
              <a:t>재관측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9496" y="3072384"/>
            <a:ext cx="1780794" cy="548640"/>
          </a:xfrm>
          <a:prstGeom prst="rect">
            <a:avLst/>
          </a:prstGeom>
          <a:noFill/>
        </p:spPr>
        <p:txBody>
          <a:bodyPr wrap="square" lIns="18000" rIns="1800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50" b="1">
                <a:solidFill>
                  <a:srgbClr val="1A1A1A"/>
                </a:solidFill>
                <a:latin typeface="KoPub돋움체 Bold"/>
              </a:rPr>
              <a:t>5년 주기 반복관측</a:t>
            </a:r>
          </a:p>
          <a:p>
            <a:pPr algn="l">
              <a:lnSpc>
                <a:spcPct val="140000"/>
              </a:lnSpc>
            </a:pPr>
            <a:r>
              <a:rPr sz="1050" b="1">
                <a:solidFill>
                  <a:srgbClr val="1A1A1A"/>
                </a:solidFill>
                <a:latin typeface="KoPub돋움체 Bold"/>
              </a:rPr>
              <a:t>(관측시각·Kp 기록)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84882" y="3017520"/>
            <a:ext cx="237744" cy="274320"/>
          </a:xfrm>
          <a:prstGeom prst="rect">
            <a:avLst/>
          </a:prstGeom>
          <a:noFill/>
        </p:spPr>
        <p:txBody>
          <a:bodyPr wrap="square" lIns="18000" rIns="1800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2F5497"/>
                </a:solidFill>
                <a:latin typeface="KoPub돋움체 Bold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759202" y="2633472"/>
            <a:ext cx="2036826" cy="1060704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BFCB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2759202" y="2633472"/>
            <a:ext cx="2036826" cy="329184"/>
          </a:xfrm>
          <a:prstGeom prst="roundRect">
            <a:avLst>
              <a:gd name="adj" fmla="val 14000"/>
            </a:avLst>
          </a:prstGeom>
          <a:solidFill>
            <a:srgbClr val="2F54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759202" y="2816352"/>
            <a:ext cx="2036826" cy="146304"/>
          </a:xfrm>
          <a:prstGeom prst="rect">
            <a:avLst/>
          </a:prstGeom>
          <a:solidFill>
            <a:srgbClr val="2F54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759202" y="2660904"/>
            <a:ext cx="2036826" cy="274320"/>
          </a:xfrm>
          <a:prstGeom prst="rect">
            <a:avLst/>
          </a:prstGeom>
          <a:noFill/>
        </p:spPr>
        <p:txBody>
          <a:bodyPr wrap="square" lIns="18000" rIns="1800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KoPub돋움체 Bold"/>
              </a:rPr>
              <a:t>재적합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87218" y="3072384"/>
            <a:ext cx="1780794" cy="548640"/>
          </a:xfrm>
          <a:prstGeom prst="rect">
            <a:avLst/>
          </a:prstGeom>
          <a:noFill/>
        </p:spPr>
        <p:txBody>
          <a:bodyPr wrap="square" lIns="18000" rIns="1800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50" b="1">
                <a:solidFill>
                  <a:srgbClr val="1A1A1A"/>
                </a:solidFill>
                <a:latin typeface="KoPub돋움체 Bold"/>
              </a:rPr>
              <a:t>4축 재계산 · 교차검증</a:t>
            </a:r>
          </a:p>
          <a:p>
            <a:pPr algn="l">
              <a:lnSpc>
                <a:spcPct val="140000"/>
              </a:lnSpc>
            </a:pPr>
            <a:r>
              <a:rPr sz="1050" b="1">
                <a:solidFill>
                  <a:srgbClr val="1A1A1A"/>
                </a:solidFill>
                <a:latin typeface="KoPub돋움체 Bold"/>
              </a:rPr>
              <a:t>(순차 튜닝 금지)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32604" y="3017520"/>
            <a:ext cx="237744" cy="274320"/>
          </a:xfrm>
          <a:prstGeom prst="rect">
            <a:avLst/>
          </a:prstGeom>
          <a:noFill/>
        </p:spPr>
        <p:txBody>
          <a:bodyPr wrap="square" lIns="18000" rIns="1800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2F5497"/>
                </a:solidFill>
                <a:latin typeface="KoPub돋움체 Bold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106924" y="2633472"/>
            <a:ext cx="2036826" cy="1060704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BFCB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106924" y="2633472"/>
            <a:ext cx="2036826" cy="329184"/>
          </a:xfrm>
          <a:prstGeom prst="roundRect">
            <a:avLst>
              <a:gd name="adj" fmla="val 14000"/>
            </a:avLst>
          </a:prstGeom>
          <a:solidFill>
            <a:srgbClr val="2F54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106924" y="2816352"/>
            <a:ext cx="2036826" cy="146304"/>
          </a:xfrm>
          <a:prstGeom prst="rect">
            <a:avLst/>
          </a:prstGeom>
          <a:solidFill>
            <a:srgbClr val="2F54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106924" y="2660904"/>
            <a:ext cx="2036826" cy="274320"/>
          </a:xfrm>
          <a:prstGeom prst="rect">
            <a:avLst/>
          </a:prstGeom>
          <a:noFill/>
        </p:spPr>
        <p:txBody>
          <a:bodyPr wrap="square" lIns="18000" rIns="1800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KoPub돋움체 Bold"/>
              </a:rPr>
              <a:t>검증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34940" y="3072384"/>
            <a:ext cx="1780794" cy="548640"/>
          </a:xfrm>
          <a:prstGeom prst="rect">
            <a:avLst/>
          </a:prstGeom>
          <a:noFill/>
        </p:spPr>
        <p:txBody>
          <a:bodyPr wrap="square" lIns="18000" rIns="1800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50" b="1">
                <a:solidFill>
                  <a:srgbClr val="1A1A1A"/>
                </a:solidFill>
                <a:latin typeface="KoPub돋움체 Bold"/>
              </a:rPr>
              <a:t>독립 측점 검증</a:t>
            </a:r>
          </a:p>
          <a:p>
            <a:pPr algn="l">
              <a:lnSpc>
                <a:spcPct val="140000"/>
              </a:lnSpc>
            </a:pPr>
            <a:r>
              <a:rPr sz="1050" b="1">
                <a:solidFill>
                  <a:srgbClr val="1A1A1A"/>
                </a:solidFill>
                <a:latin typeface="KoPub돋움체 Bold"/>
              </a:rPr>
              <a:t>판정기준 충족 확인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80326" y="3017520"/>
            <a:ext cx="237744" cy="274320"/>
          </a:xfrm>
          <a:prstGeom prst="rect">
            <a:avLst/>
          </a:prstGeom>
          <a:noFill/>
        </p:spPr>
        <p:txBody>
          <a:bodyPr wrap="square" lIns="18000" rIns="1800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2F5497"/>
                </a:solidFill>
                <a:latin typeface="KoPub돋움체 Bold"/>
              </a:rPr>
              <a:t>→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454646" y="2633472"/>
            <a:ext cx="2036826" cy="1060704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BFCB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7454646" y="2633472"/>
            <a:ext cx="2036826" cy="329184"/>
          </a:xfrm>
          <a:prstGeom prst="roundRect">
            <a:avLst>
              <a:gd name="adj" fmla="val 14000"/>
            </a:avLst>
          </a:prstGeom>
          <a:solidFill>
            <a:srgbClr val="2F54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454646" y="2816352"/>
            <a:ext cx="2036826" cy="146304"/>
          </a:xfrm>
          <a:prstGeom prst="rect">
            <a:avLst/>
          </a:prstGeom>
          <a:solidFill>
            <a:srgbClr val="2F54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454646" y="2660904"/>
            <a:ext cx="2036826" cy="274320"/>
          </a:xfrm>
          <a:prstGeom prst="rect">
            <a:avLst/>
          </a:prstGeom>
          <a:noFill/>
        </p:spPr>
        <p:txBody>
          <a:bodyPr wrap="square" lIns="18000" rIns="1800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KoPub돋움체 Bold"/>
              </a:rPr>
              <a:t>배포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582662" y="3072384"/>
            <a:ext cx="1780794" cy="548640"/>
          </a:xfrm>
          <a:prstGeom prst="rect">
            <a:avLst/>
          </a:prstGeom>
          <a:noFill/>
        </p:spPr>
        <p:txBody>
          <a:bodyPr wrap="square" lIns="18000" rIns="1800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50" b="1">
                <a:solidFill>
                  <a:srgbClr val="1A1A1A"/>
                </a:solidFill>
                <a:latin typeface="KoPub돋움체 Bold"/>
              </a:rPr>
              <a:t>도엽별 자침편차 산출</a:t>
            </a:r>
          </a:p>
          <a:p>
            <a:pPr algn="l">
              <a:lnSpc>
                <a:spcPct val="140000"/>
              </a:lnSpc>
            </a:pPr>
            <a:r>
              <a:rPr sz="1050" b="1">
                <a:solidFill>
                  <a:srgbClr val="1A1A1A"/>
                </a:solidFill>
                <a:latin typeface="KoPub돋움체 Bold"/>
              </a:rPr>
              <a:t>계산기·조회 서비스 갱신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" y="3913632"/>
            <a:ext cx="9079992" cy="310896"/>
          </a:xfrm>
          <a:prstGeom prst="rect">
            <a:avLst/>
          </a:prstGeom>
          <a:solidFill>
            <a:srgbClr val="2F54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02920" y="3931920"/>
            <a:ext cx="1324782" cy="310896"/>
          </a:xfrm>
          <a:prstGeom prst="rect">
            <a:avLst/>
          </a:prstGeom>
          <a:noFill/>
        </p:spPr>
        <p:txBody>
          <a:bodyPr wrap="square" lIns="18000" rIns="1800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>
                <a:solidFill>
                  <a:srgbClr val="FFFFFF"/>
                </a:solidFill>
                <a:latin typeface="KoPub돋움체 Bold"/>
              </a:rPr>
              <a:t>구분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955718" y="3931920"/>
            <a:ext cx="1869582" cy="310896"/>
          </a:xfrm>
          <a:prstGeom prst="rect">
            <a:avLst/>
          </a:prstGeom>
          <a:noFill/>
        </p:spPr>
        <p:txBody>
          <a:bodyPr wrap="square" lIns="18000" rIns="1800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>
                <a:solidFill>
                  <a:srgbClr val="FFFFFF"/>
                </a:solidFill>
                <a:latin typeface="KoPub돋움체 Bold"/>
              </a:rPr>
              <a:t>시점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953316" y="3931920"/>
            <a:ext cx="5501579" cy="310896"/>
          </a:xfrm>
          <a:prstGeom prst="rect">
            <a:avLst/>
          </a:prstGeom>
          <a:noFill/>
        </p:spPr>
        <p:txBody>
          <a:bodyPr wrap="square" lIns="18000" rIns="1800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>
                <a:solidFill>
                  <a:srgbClr val="FFFFFF"/>
                </a:solidFill>
                <a:latin typeface="KoPub돋움체 Bold"/>
              </a:rPr>
              <a:t>내용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11480" y="4224528"/>
            <a:ext cx="9079992" cy="384048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2920" y="4251960"/>
            <a:ext cx="1324782" cy="384048"/>
          </a:xfrm>
          <a:prstGeom prst="rect">
            <a:avLst/>
          </a:prstGeom>
          <a:noFill/>
        </p:spPr>
        <p:txBody>
          <a:bodyPr wrap="square" lIns="18000" rIns="1800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>
                <a:solidFill>
                  <a:srgbClr val="1A1A1A"/>
                </a:solidFill>
                <a:latin typeface="KoPub돋움체 Bold"/>
              </a:rPr>
              <a:t>정기 갱신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955718" y="4251960"/>
            <a:ext cx="1869582" cy="384048"/>
          </a:xfrm>
          <a:prstGeom prst="rect">
            <a:avLst/>
          </a:prstGeom>
          <a:noFill/>
        </p:spPr>
        <p:txBody>
          <a:bodyPr wrap="square" lIns="18000" rIns="1800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1A1A1A"/>
                </a:solidFill>
                <a:latin typeface="KoPub돋움체 Medium"/>
              </a:rPr>
              <a:t>5년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953316" y="4251960"/>
            <a:ext cx="5501579" cy="384048"/>
          </a:xfrm>
          <a:prstGeom prst="rect">
            <a:avLst/>
          </a:prstGeom>
          <a:noFill/>
        </p:spPr>
        <p:txBody>
          <a:bodyPr wrap="square" lIns="18000" rIns="1800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1A1A1A"/>
                </a:solidFill>
                <a:latin typeface="KoPub돋움체 Medium"/>
              </a:rPr>
              <a:t>재관측 성과 반영 · 전 층 재적합 · 기준시점 환산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02920" y="4636008"/>
            <a:ext cx="1324782" cy="384048"/>
          </a:xfrm>
          <a:prstGeom prst="rect">
            <a:avLst/>
          </a:prstGeom>
          <a:noFill/>
        </p:spPr>
        <p:txBody>
          <a:bodyPr wrap="square" lIns="18000" rIns="1800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>
                <a:solidFill>
                  <a:srgbClr val="1A1A1A"/>
                </a:solidFill>
                <a:latin typeface="KoPub돋움체 Bold"/>
              </a:rPr>
              <a:t>수시 갱신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955718" y="4636008"/>
            <a:ext cx="1869582" cy="384048"/>
          </a:xfrm>
          <a:prstGeom prst="rect">
            <a:avLst/>
          </a:prstGeom>
          <a:noFill/>
        </p:spPr>
        <p:txBody>
          <a:bodyPr wrap="square" lIns="18000" rIns="1800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1A1A1A"/>
                </a:solidFill>
                <a:latin typeface="KoPub돋움체 Medium"/>
              </a:rPr>
              <a:t>IGRF 갱신 시(5년)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953316" y="4636008"/>
            <a:ext cx="5501579" cy="384048"/>
          </a:xfrm>
          <a:prstGeom prst="rect">
            <a:avLst/>
          </a:prstGeom>
          <a:noFill/>
        </p:spPr>
        <p:txBody>
          <a:bodyPr wrap="square" lIns="18000" rIns="1800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1A1A1A"/>
                </a:solidFill>
                <a:latin typeface="KoPub돋움체 Medium"/>
              </a:rPr>
              <a:t>① Core 계수 교체 후 재계산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11480" y="4992624"/>
            <a:ext cx="9079992" cy="384048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02920" y="5020056"/>
            <a:ext cx="1324782" cy="384048"/>
          </a:xfrm>
          <a:prstGeom prst="rect">
            <a:avLst/>
          </a:prstGeom>
          <a:noFill/>
        </p:spPr>
        <p:txBody>
          <a:bodyPr wrap="square" lIns="18000" rIns="1800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>
                <a:solidFill>
                  <a:srgbClr val="1A1A1A"/>
                </a:solidFill>
                <a:latin typeface="KoPub돋움체 Bold"/>
              </a:rPr>
              <a:t>수시 갱신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955718" y="5020056"/>
            <a:ext cx="1869582" cy="384048"/>
          </a:xfrm>
          <a:prstGeom prst="rect">
            <a:avLst/>
          </a:prstGeom>
          <a:noFill/>
        </p:spPr>
        <p:txBody>
          <a:bodyPr wrap="square" lIns="18000" rIns="1800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1A1A1A"/>
                </a:solidFill>
                <a:latin typeface="KoPub돋움체 Medium"/>
              </a:rPr>
              <a:t>측점·자료 추가 시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953316" y="5020056"/>
            <a:ext cx="5501579" cy="384048"/>
          </a:xfrm>
          <a:prstGeom prst="rect">
            <a:avLst/>
          </a:prstGeom>
          <a:noFill/>
        </p:spPr>
        <p:txBody>
          <a:bodyPr wrap="square" lIns="18000" rIns="1800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1A1A1A"/>
                </a:solidFill>
                <a:latin typeface="KoPub돋움체 Medium"/>
              </a:rPr>
              <a:t>신규 관측성과 투입 후 교차검증 재수행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11480" y="3913632"/>
            <a:ext cx="9079992" cy="1463039"/>
          </a:xfrm>
          <a:prstGeom prst="rect">
            <a:avLst/>
          </a:prstGeom>
          <a:noFill/>
          <a:ln w="9525">
            <a:solidFill>
              <a:srgbClr val="BFCB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11480" y="5522976"/>
            <a:ext cx="9079992" cy="274320"/>
          </a:xfrm>
          <a:prstGeom prst="rect">
            <a:avLst/>
          </a:prstGeom>
          <a:noFill/>
        </p:spPr>
        <p:txBody>
          <a:bodyPr wrap="square" lIns="18000" rIns="1800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595959"/>
                </a:solidFill>
                <a:latin typeface="KoPub돋움체 Medium"/>
              </a:rPr>
              <a:t>※ 층이 서로 결합되어 있어 한 층만 고쳐 끼우는 순차 갱신은 성립하지 않으며, 갱신 시에는 전 층을 다시 적합해야 함</a:t>
            </a:r>
          </a:p>
        </p:txBody>
      </p:sp>
    </p:spTree>
    <p:extLst>
      <p:ext uri="{BB962C8B-B14F-4D97-AF65-F5344CB8AC3E}">
        <p14:creationId xmlns:p14="http://schemas.microsoft.com/office/powerpoint/2010/main" val="2270532255"/>
      </p:ext>
    </p:extLst>
  </p:cSld>
  <p:clrMapOvr>
    <a:masterClrMapping/>
  </p:clrMapOvr>
  <p:transition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3" descr="E:\진행중작업\20140409기획재정부PT\간지07.jpg"/>
          <p:cNvPicPr>
            <a:picLocks noChangeAspect="1" noChangeArrowheads="1"/>
          </p:cNvPicPr>
          <p:nvPr/>
        </p:nvPicPr>
        <p:blipFill>
          <a:blip r:embed="rId2" cstate="screen"/>
          <a:srcRect/>
          <a:stretch>
            <a:fillRect/>
          </a:stretch>
        </p:blipFill>
        <p:spPr bwMode="auto">
          <a:xfrm>
            <a:off x="3176" y="-1"/>
            <a:ext cx="9902825" cy="6858001"/>
          </a:xfrm>
          <a:prstGeom prst="rect">
            <a:avLst/>
          </a:prstGeom>
          <a:noFill/>
        </p:spPr>
      </p:pic>
      <p:sp>
        <p:nvSpPr>
          <p:cNvPr id="3" name="직사각형 2"/>
          <p:cNvSpPr/>
          <p:nvPr/>
        </p:nvSpPr>
        <p:spPr>
          <a:xfrm>
            <a:off x="3176" y="3212976"/>
            <a:ext cx="9902824" cy="1323439"/>
          </a:xfrm>
          <a:prstGeom prst="rect">
            <a:avLst/>
          </a:prstGeom>
        </p:spPr>
        <p:txBody>
          <a:bodyPr wrap="square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marL="0" lvl="1" indent="-85725" latinLnBrk="0">
              <a:spcBef>
                <a:spcPct val="0"/>
              </a:spcBef>
              <a:buClr>
                <a:srgbClr val="008400"/>
              </a:buClr>
              <a:buSzPct val="140000"/>
              <a:tabLst>
                <a:tab pos="5645238" algn="l"/>
              </a:tabLst>
              <a:defRPr/>
            </a:pPr>
            <a:r>
              <a:rPr lang="ko-KR" altLang="en-US" sz="4000" spc="-149" dirty="0">
                <a:latin typeface="KoPub돋움체 Bold" panose="02020603020101020101" pitchFamily="18" charset="-127"/>
                <a:ea typeface="KoPub돋움체 Bold" panose="02020603020101020101" pitchFamily="18" charset="-127"/>
                <a:sym typeface="Monotype Sorts"/>
              </a:rPr>
              <a:t>감사합니다</a:t>
            </a:r>
            <a:endParaRPr lang="en-US" altLang="ko-KR" sz="4000" spc="-149" dirty="0">
              <a:latin typeface="KoPub돋움체 Bold" panose="02020603020101020101" pitchFamily="18" charset="-127"/>
              <a:ea typeface="KoPub돋움체 Bold" panose="02020603020101020101" pitchFamily="18" charset="-127"/>
              <a:sym typeface="Monotype Sorts"/>
            </a:endParaRPr>
          </a:p>
          <a:p>
            <a:pPr marL="0" lvl="1" indent="-85725" latinLnBrk="0">
              <a:spcBef>
                <a:spcPct val="0"/>
              </a:spcBef>
              <a:buClr>
                <a:srgbClr val="008400"/>
              </a:buClr>
              <a:buSzPct val="140000"/>
              <a:tabLst>
                <a:tab pos="5645238" algn="l"/>
              </a:tabLst>
              <a:defRPr/>
            </a:pPr>
            <a:endParaRPr lang="ko-KR" altLang="en-US" sz="4000" spc="-149" dirty="0">
              <a:latin typeface="KoPub돋움체 Bold" panose="02020603020101020101" pitchFamily="18" charset="-127"/>
              <a:ea typeface="KoPub돋움체 Bold" panose="02020603020101020101" pitchFamily="18" charset="-127"/>
              <a:sym typeface="Monotype Sorts"/>
            </a:endParaRPr>
          </a:p>
        </p:txBody>
      </p:sp>
    </p:spTree>
    <p:extLst>
      <p:ext uri="{BB962C8B-B14F-4D97-AF65-F5344CB8AC3E}">
        <p14:creationId xmlns:p14="http://schemas.microsoft.com/office/powerpoint/2010/main" val="4194929527"/>
      </p:ext>
    </p:extLst>
  </p:cSld>
  <p:clrMapOvr>
    <a:masterClrMapping/>
  </p:clrMapOvr>
  <p:transition>
    <p:fade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8" name="사각형: 둥근 모서리 5">
            <a:extLst>
              <a:ext uri="{FF2B5EF4-FFF2-40B4-BE49-F238E27FC236}">
                <a16:creationId xmlns:a16="http://schemas.microsoft.com/office/drawing/2014/main" id="{BF1C4B7C-2107-7718-4360-742351117A61}"/>
              </a:ext>
            </a:extLst>
          </p:cNvPr>
          <p:cNvSpPr/>
          <p:nvPr/>
        </p:nvSpPr>
        <p:spPr>
          <a:xfrm>
            <a:off x="292100" y="1222272"/>
            <a:ext cx="6677124" cy="437381"/>
          </a:xfrm>
          <a:prstGeom prst="roundRect">
            <a:avLst>
              <a:gd name="adj" fmla="val 50000"/>
            </a:avLst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03551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442D0B8-4CDB-74C8-FB7D-5684DB66BC4D}"/>
              </a:ext>
            </a:extLst>
          </p:cNvPr>
          <p:cNvSpPr txBox="1"/>
          <p:nvPr/>
        </p:nvSpPr>
        <p:spPr>
          <a:xfrm>
            <a:off x="957098" y="1194293"/>
            <a:ext cx="6228150" cy="461665"/>
          </a:xfrm>
          <a:prstGeom prst="rect">
            <a:avLst/>
          </a:prstGeom>
        </p:spPr>
        <p:txBody>
          <a:bodyPr wrap="square">
            <a:spAutoFit/>
            <a:scene3d>
              <a:camera prst="orthographicFront"/>
              <a:lightRig rig="threePt" dir="t"/>
            </a:scene3d>
            <a:sp3d>
              <a:bevelT w="0"/>
            </a:sp3d>
          </a:bodyPr>
          <a:lstStyle>
            <a:defPPr>
              <a:defRPr lang="ko-KR"/>
            </a:defPPr>
            <a:lvl1pPr marL="92075" indent="-92075" defTabSz="1043056" latinLnBrk="0">
              <a:spcBef>
                <a:spcPts val="200"/>
              </a:spcBef>
              <a:buFont typeface="Arial" panose="020B0604020202020204" pitchFamily="34" charset="0"/>
              <a:buChar char="•"/>
              <a:defRPr sz="800" kern="0" spc="-100">
                <a:solidFill>
                  <a:schemeClr val="tx1">
                    <a:lumMod val="75000"/>
                    <a:lumOff val="25000"/>
                  </a:schemeClr>
                </a:solidFill>
                <a:latin typeface="Rix고딕 M" panose="02020603020101020101" pitchFamily="18" charset="-127"/>
                <a:ea typeface="Rix고딕 M" panose="02020603020101020101" pitchFamily="18" charset="-127"/>
              </a:defRPr>
            </a:lvl1pPr>
          </a:lstStyle>
          <a:p>
            <a:pPr marL="0" indent="0" algn="l">
              <a:spcBef>
                <a:spcPts val="0"/>
              </a:spcBef>
              <a:buClr>
                <a:prstClr val="white"/>
              </a:buClr>
              <a:buNone/>
              <a:defRPr/>
            </a:pPr>
            <a:r>
              <a:rPr lang="en-US" altLang="ko-KR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도엽별 자침편차 제공을 위한 정확도 요건</a:t>
            </a: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0BA6D15D-AD0B-E851-905B-B2F49AA0522D}"/>
              </a:ext>
            </a:extLst>
          </p:cNvPr>
          <p:cNvSpPr/>
          <p:nvPr/>
        </p:nvSpPr>
        <p:spPr>
          <a:xfrm>
            <a:off x="415924" y="335141"/>
            <a:ext cx="7561412" cy="523220"/>
          </a:xfrm>
          <a:prstGeom prst="rect">
            <a:avLst/>
          </a:prstGeom>
        </p:spPr>
        <p:txBody>
          <a:bodyPr wrap="square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marL="0" lvl="1" indent="-85725" algn="l" latinLnBrk="0">
              <a:spcBef>
                <a:spcPct val="0"/>
              </a:spcBef>
              <a:buClr>
                <a:srgbClr val="008400"/>
              </a:buClr>
              <a:buSzPct val="140000"/>
              <a:tabLst>
                <a:tab pos="5645270" algn="l"/>
              </a:tabLst>
              <a:defRPr/>
            </a:pPr>
            <a:r>
              <a:rPr lang="en-US" altLang="ko-KR" sz="2800" spc="-150" dirty="0"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Monotype Sorts"/>
              </a:rPr>
              <a:t>1. </a:t>
            </a:r>
            <a:r>
              <a:rPr lang="ko-KR" altLang="en-US" sz="2800" spc="-150" dirty="0"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Monotype Sorts"/>
              </a:rPr>
              <a:t>기존</a:t>
            </a:r>
            <a:r>
              <a:rPr lang="en-US" altLang="ko-KR" sz="2800" spc="-150" dirty="0"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Monotype Sorts"/>
              </a:rPr>
              <a:t> </a:t>
            </a:r>
            <a:r>
              <a:rPr lang="ko-KR" altLang="en-US" sz="2800" spc="-150" dirty="0"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Monotype Sorts"/>
              </a:rPr>
              <a:t>성과</a:t>
            </a:r>
            <a:r>
              <a:rPr lang="en-US" altLang="ko-KR" sz="2800" spc="-150" dirty="0"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Monotype Sorts"/>
              </a:rPr>
              <a:t> </a:t>
            </a:r>
            <a:r>
              <a:rPr lang="ko-KR" altLang="en-US" sz="2800" spc="-150" dirty="0"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Monotype Sorts"/>
              </a:rPr>
              <a:t>기반</a:t>
            </a:r>
            <a:r>
              <a:rPr lang="en-US" altLang="ko-KR" sz="2800" spc="-150" dirty="0"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Monotype Sorts"/>
              </a:rPr>
              <a:t> ’25</a:t>
            </a:r>
            <a:r>
              <a:rPr lang="ko-KR" altLang="en-US" sz="2800" spc="-150" dirty="0"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Monotype Sorts"/>
              </a:rPr>
              <a:t>년</a:t>
            </a:r>
            <a:r>
              <a:rPr lang="en-US" altLang="ko-KR" sz="2800" spc="-150" dirty="0"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Monotype Sorts"/>
              </a:rPr>
              <a:t> </a:t>
            </a:r>
            <a:r>
              <a:rPr lang="ko-KR" altLang="en-US" sz="2800" spc="-150" dirty="0"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Monotype Sorts"/>
              </a:rPr>
              <a:t>지자기모델</a:t>
            </a:r>
            <a:r>
              <a:rPr lang="en-US" altLang="ko-KR" sz="2800" spc="-150" dirty="0"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Monotype Sorts"/>
              </a:rPr>
              <a:t> </a:t>
            </a:r>
            <a:r>
              <a:rPr lang="ko-KR" altLang="en-US" sz="2800" spc="-150" dirty="0"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Monotype Sorts"/>
              </a:rPr>
              <a:t>시범</a:t>
            </a:r>
            <a:r>
              <a:rPr lang="en-US" altLang="ko-KR" sz="2800" spc="-150" dirty="0"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Monotype Sorts"/>
              </a:rPr>
              <a:t> </a:t>
            </a:r>
            <a:r>
              <a:rPr lang="ko-KR" altLang="en-US" sz="2800" spc="-150" dirty="0"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Monotype Sorts"/>
              </a:rPr>
              <a:t>구축</a:t>
            </a:r>
          </a:p>
        </p:txBody>
      </p:sp>
      <p:pic>
        <p:nvPicPr>
          <p:cNvPr id="26" name="그림 25">
            <a:extLst>
              <a:ext uri="{FF2B5EF4-FFF2-40B4-BE49-F238E27FC236}">
                <a16:creationId xmlns:a16="http://schemas.microsoft.com/office/drawing/2014/main" id="{15DF71A1-B3EA-C8D9-7F19-979489CDA75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grayscl/>
            <a:lum bright="-40000" contrast="-40000"/>
          </a:blip>
          <a:stretch>
            <a:fillRect/>
          </a:stretch>
        </p:blipFill>
        <p:spPr>
          <a:xfrm>
            <a:off x="473403" y="1236838"/>
            <a:ext cx="432048" cy="417271"/>
          </a:xfrm>
          <a:prstGeom prst="rect">
            <a:avLst/>
          </a:prstGeom>
        </p:spPr>
      </p:pic>
      <p:sp>
        <p:nvSpPr>
          <p:cNvPr id="30" name="Rectangle 29"/>
          <p:cNvSpPr/>
          <p:nvPr/>
        </p:nvSpPr>
        <p:spPr>
          <a:xfrm>
            <a:off x="411480" y="1828800"/>
            <a:ext cx="9079992" cy="658368"/>
          </a:xfrm>
          <a:prstGeom prst="rect">
            <a:avLst/>
          </a:prstGeom>
          <a:solidFill>
            <a:srgbClr val="FDEA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39496" y="1883664"/>
            <a:ext cx="8823960" cy="201168"/>
          </a:xfrm>
          <a:prstGeom prst="rect">
            <a:avLst/>
          </a:prstGeom>
          <a:noFill/>
        </p:spPr>
        <p:txBody>
          <a:bodyPr wrap="square" lIns="18000" rIns="1800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595959"/>
                </a:solidFill>
                <a:latin typeface="KoPub돋움체 Medium"/>
              </a:rPr>
              <a:t>규정 제12조 — 1등 지자기점은 국가기본도의 자편각 표기를 위한 점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9496" y="2084832"/>
            <a:ext cx="8823960" cy="347472"/>
          </a:xfrm>
          <a:prstGeom prst="rect">
            <a:avLst/>
          </a:prstGeom>
          <a:noFill/>
        </p:spPr>
        <p:txBody>
          <a:bodyPr wrap="square" lIns="18000" rIns="1800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A1A1A"/>
                </a:solidFill>
                <a:latin typeface="KoPub돋움체 Bold"/>
              </a:rPr>
              <a:t>제공 대상은 1:50,000 도엽 — 도폭 내 편각 변화 5.4′ 가 표기 정밀도의 하한을 정한다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11480" y="2651760"/>
            <a:ext cx="5447995" cy="310896"/>
          </a:xfrm>
          <a:prstGeom prst="rect">
            <a:avLst/>
          </a:prstGeom>
          <a:solidFill>
            <a:srgbClr val="2F54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2670048"/>
            <a:ext cx="1288462" cy="310896"/>
          </a:xfrm>
          <a:prstGeom prst="rect">
            <a:avLst/>
          </a:prstGeom>
          <a:noFill/>
        </p:spPr>
        <p:txBody>
          <a:bodyPr wrap="square" lIns="18000" rIns="1800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>
                <a:solidFill>
                  <a:srgbClr val="FFFFFF"/>
                </a:solidFill>
                <a:latin typeface="KoPub돋움체 Bold"/>
              </a:rPr>
              <a:t>축척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919398" y="2670048"/>
            <a:ext cx="743663" cy="310896"/>
          </a:xfrm>
          <a:prstGeom prst="rect">
            <a:avLst/>
          </a:prstGeom>
          <a:noFill/>
        </p:spPr>
        <p:txBody>
          <a:bodyPr wrap="square" lIns="18000" rIns="1800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>
                <a:solidFill>
                  <a:srgbClr val="FFFFFF"/>
                </a:solidFill>
                <a:latin typeface="KoPub돋움체 Bold"/>
              </a:rPr>
              <a:t>도폭 크기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791077" y="2670048"/>
            <a:ext cx="1451902" cy="310896"/>
          </a:xfrm>
          <a:prstGeom prst="rect">
            <a:avLst/>
          </a:prstGeom>
          <a:noFill/>
        </p:spPr>
        <p:txBody>
          <a:bodyPr wrap="square" lIns="18000" rIns="1800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>
                <a:solidFill>
                  <a:srgbClr val="FFFFFF"/>
                </a:solidFill>
                <a:latin typeface="KoPub돋움체 Bold"/>
              </a:rPr>
              <a:t>도폭 내 편각 변화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370996" y="2670048"/>
            <a:ext cx="1451902" cy="310896"/>
          </a:xfrm>
          <a:prstGeom prst="rect">
            <a:avLst/>
          </a:prstGeom>
          <a:noFill/>
        </p:spPr>
        <p:txBody>
          <a:bodyPr wrap="square" lIns="18000" rIns="1800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>
                <a:solidFill>
                  <a:srgbClr val="FFFFFF"/>
                </a:solidFill>
                <a:latin typeface="KoPub돋움체 Bold"/>
              </a:rPr>
              <a:t>대표값 1개 표기 시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11480" y="2962656"/>
            <a:ext cx="5447995" cy="384048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02920" y="2990087"/>
            <a:ext cx="1288462" cy="384048"/>
          </a:xfrm>
          <a:prstGeom prst="rect">
            <a:avLst/>
          </a:prstGeom>
          <a:noFill/>
        </p:spPr>
        <p:txBody>
          <a:bodyPr wrap="square" lIns="18000" rIns="1800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>
                <a:solidFill>
                  <a:srgbClr val="2F5497"/>
                </a:solidFill>
                <a:latin typeface="KoPub돋움체 Bold"/>
              </a:rPr>
              <a:t>1:50,000 (제공)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919398" y="2990087"/>
            <a:ext cx="743663" cy="384048"/>
          </a:xfrm>
          <a:prstGeom prst="rect">
            <a:avLst/>
          </a:prstGeom>
          <a:noFill/>
        </p:spPr>
        <p:txBody>
          <a:bodyPr wrap="square" lIns="18000" rIns="1800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>
                <a:solidFill>
                  <a:srgbClr val="1A1A1A"/>
                </a:solidFill>
                <a:latin typeface="KoPub돋움체 Medium"/>
              </a:rPr>
              <a:t>15′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791077" y="2990087"/>
            <a:ext cx="1451902" cy="384048"/>
          </a:xfrm>
          <a:prstGeom prst="rect">
            <a:avLst/>
          </a:prstGeom>
          <a:noFill/>
        </p:spPr>
        <p:txBody>
          <a:bodyPr wrap="square" lIns="18000" rIns="1800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>
                <a:solidFill>
                  <a:srgbClr val="1A1A1A"/>
                </a:solidFill>
                <a:latin typeface="KoPub돋움체 Medium"/>
              </a:rPr>
              <a:t>0.0905° (5.4′)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370996" y="2990087"/>
            <a:ext cx="1451902" cy="384048"/>
          </a:xfrm>
          <a:prstGeom prst="rect">
            <a:avLst/>
          </a:prstGeom>
          <a:noFill/>
        </p:spPr>
        <p:txBody>
          <a:bodyPr wrap="square" lIns="18000" rIns="1800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>
                <a:solidFill>
                  <a:srgbClr val="C00000"/>
                </a:solidFill>
                <a:latin typeface="KoPub돋움체 Medium"/>
              </a:rPr>
              <a:t>±2.7′ 의 표기 한계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02920" y="3374135"/>
            <a:ext cx="1288462" cy="384048"/>
          </a:xfrm>
          <a:prstGeom prst="rect">
            <a:avLst/>
          </a:prstGeom>
          <a:noFill/>
        </p:spPr>
        <p:txBody>
          <a:bodyPr wrap="square" lIns="18000" rIns="1800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>
                <a:solidFill>
                  <a:srgbClr val="1A1A1A"/>
                </a:solidFill>
                <a:latin typeface="KoPub돋움체 Bold"/>
              </a:rPr>
              <a:t>1:25,000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919398" y="3374135"/>
            <a:ext cx="743663" cy="384048"/>
          </a:xfrm>
          <a:prstGeom prst="rect">
            <a:avLst/>
          </a:prstGeom>
          <a:noFill/>
        </p:spPr>
        <p:txBody>
          <a:bodyPr wrap="square" lIns="18000" rIns="1800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>
                <a:solidFill>
                  <a:srgbClr val="1A1A1A"/>
                </a:solidFill>
                <a:latin typeface="KoPub돋움체 Medium"/>
              </a:rPr>
              <a:t>7′30″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791077" y="3374135"/>
            <a:ext cx="1451902" cy="384048"/>
          </a:xfrm>
          <a:prstGeom prst="rect">
            <a:avLst/>
          </a:prstGeom>
          <a:noFill/>
        </p:spPr>
        <p:txBody>
          <a:bodyPr wrap="square" lIns="18000" rIns="1800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>
                <a:solidFill>
                  <a:srgbClr val="1A1A1A"/>
                </a:solidFill>
                <a:latin typeface="KoPub돋움체 Medium"/>
              </a:rPr>
              <a:t>0.0453° (2.7′)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370996" y="3374135"/>
            <a:ext cx="1451902" cy="384048"/>
          </a:xfrm>
          <a:prstGeom prst="rect">
            <a:avLst/>
          </a:prstGeom>
          <a:noFill/>
        </p:spPr>
        <p:txBody>
          <a:bodyPr wrap="square" lIns="18000" rIns="1800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>
                <a:solidFill>
                  <a:srgbClr val="1A1A1A"/>
                </a:solidFill>
                <a:latin typeface="KoPub돋움체 Medium"/>
              </a:rPr>
              <a:t>±1.4′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11480" y="3730752"/>
            <a:ext cx="5447995" cy="384048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02920" y="3758184"/>
            <a:ext cx="1288462" cy="384048"/>
          </a:xfrm>
          <a:prstGeom prst="rect">
            <a:avLst/>
          </a:prstGeom>
          <a:noFill/>
        </p:spPr>
        <p:txBody>
          <a:bodyPr wrap="square" lIns="18000" rIns="1800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>
                <a:solidFill>
                  <a:srgbClr val="1A1A1A"/>
                </a:solidFill>
                <a:latin typeface="KoPub돋움체 Bold"/>
              </a:rPr>
              <a:t>1:5,000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919398" y="3758184"/>
            <a:ext cx="743663" cy="384048"/>
          </a:xfrm>
          <a:prstGeom prst="rect">
            <a:avLst/>
          </a:prstGeom>
          <a:noFill/>
        </p:spPr>
        <p:txBody>
          <a:bodyPr wrap="square" lIns="18000" rIns="1800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>
                <a:solidFill>
                  <a:srgbClr val="1A1A1A"/>
                </a:solidFill>
                <a:latin typeface="KoPub돋움체 Medium"/>
              </a:rPr>
              <a:t>1′30″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791077" y="3758184"/>
            <a:ext cx="1451902" cy="384048"/>
          </a:xfrm>
          <a:prstGeom prst="rect">
            <a:avLst/>
          </a:prstGeom>
          <a:noFill/>
        </p:spPr>
        <p:txBody>
          <a:bodyPr wrap="square" lIns="18000" rIns="1800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>
                <a:solidFill>
                  <a:srgbClr val="1A1A1A"/>
                </a:solidFill>
                <a:latin typeface="KoPub돋움체 Medium"/>
              </a:rPr>
              <a:t>0.0091° (0.5′)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370996" y="3758184"/>
            <a:ext cx="1451902" cy="384048"/>
          </a:xfrm>
          <a:prstGeom prst="rect">
            <a:avLst/>
          </a:prstGeom>
          <a:noFill/>
        </p:spPr>
        <p:txBody>
          <a:bodyPr wrap="square" lIns="18000" rIns="1800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>
                <a:solidFill>
                  <a:srgbClr val="1A1A1A"/>
                </a:solidFill>
                <a:latin typeface="KoPub돋움체 Medium"/>
              </a:rPr>
              <a:t>±0.3′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11480" y="2651760"/>
            <a:ext cx="5447995" cy="1463040"/>
          </a:xfrm>
          <a:prstGeom prst="rect">
            <a:avLst/>
          </a:prstGeom>
          <a:noFill/>
          <a:ln w="9525">
            <a:solidFill>
              <a:srgbClr val="BFCB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6041075" y="2651760"/>
            <a:ext cx="3450396" cy="1773936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2F54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6205667" y="2514600"/>
            <a:ext cx="2011680" cy="274320"/>
          </a:xfrm>
          <a:prstGeom prst="roundRect">
            <a:avLst>
              <a:gd name="adj" fmla="val 14000"/>
            </a:avLst>
          </a:prstGeom>
          <a:solidFill>
            <a:srgbClr val="2F54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205667" y="2532888"/>
            <a:ext cx="2011680" cy="274320"/>
          </a:xfrm>
          <a:prstGeom prst="rect">
            <a:avLst/>
          </a:prstGeom>
          <a:noFill/>
        </p:spPr>
        <p:txBody>
          <a:bodyPr wrap="square" lIns="18000" rIns="1800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>
                <a:solidFill>
                  <a:srgbClr val="FFFFFF"/>
                </a:solidFill>
                <a:latin typeface="KoPub돋움체 Bold"/>
              </a:rPr>
              <a:t>현재 모델 정확도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278819" y="2944368"/>
            <a:ext cx="2974908" cy="310896"/>
          </a:xfrm>
          <a:prstGeom prst="rect">
            <a:avLst/>
          </a:prstGeom>
          <a:noFill/>
        </p:spPr>
        <p:txBody>
          <a:bodyPr wrap="square" lIns="18000" rIns="1800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C00000"/>
                </a:solidFill>
                <a:latin typeface="KoPub돋움체 Bold"/>
              </a:rPr>
              <a:t>편각 0.50°  (목표 0.1°)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278819" y="3273552"/>
            <a:ext cx="2974908" cy="1005840"/>
          </a:xfrm>
          <a:prstGeom prst="rect">
            <a:avLst/>
          </a:prstGeom>
          <a:noFill/>
        </p:spPr>
        <p:txBody>
          <a:bodyPr wrap="square" lIns="18000" rIns="1800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>
                <a:solidFill>
                  <a:srgbClr val="1A1A1A"/>
                </a:solidFill>
                <a:latin typeface="KoPub돋움체 Medium"/>
              </a:rPr>
              <a:t>· 총자력 63 nT (목표 50 nT)</a:t>
            </a:r>
          </a:p>
          <a:p>
            <a:pPr algn="l">
              <a:lnSpc>
                <a:spcPct val="135000"/>
              </a:lnSpc>
            </a:pPr>
            <a:r>
              <a:rPr sz="1050" b="0">
                <a:solidFill>
                  <a:srgbClr val="1A1A1A"/>
                </a:solidFill>
                <a:latin typeface="KoPub돋움체 Medium"/>
              </a:rPr>
              <a:t>· 모델 오차가 도폭 내 변화(5.4′)의 약 6배 — 아직 도엽 구분이 의미를 갖지 못함</a:t>
            </a:r>
          </a:p>
          <a:p>
            <a:pPr algn="l">
              <a:lnSpc>
                <a:spcPct val="135000"/>
              </a:lnSpc>
            </a:pPr>
            <a:r>
              <a:rPr sz="1050" b="0">
                <a:solidFill>
                  <a:srgbClr val="1A1A1A"/>
                </a:solidFill>
                <a:latin typeface="KoPub돋움체 Medium"/>
              </a:rPr>
              <a:t>· 현 단계는 참고값이며 정식 표기는 목표 달성 후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11480" y="4389120"/>
            <a:ext cx="9079992" cy="274320"/>
          </a:xfrm>
          <a:prstGeom prst="rect">
            <a:avLst/>
          </a:prstGeom>
          <a:noFill/>
        </p:spPr>
        <p:txBody>
          <a:bodyPr wrap="square" lIns="18000" rIns="1800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2F5497"/>
                </a:solidFill>
                <a:latin typeface="KoPub돋움체 Bold"/>
              </a:rPr>
              <a:t>제공 방식(안)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11480" y="4700016"/>
            <a:ext cx="9079992" cy="310896"/>
          </a:xfrm>
          <a:prstGeom prst="rect">
            <a:avLst/>
          </a:prstGeom>
          <a:solidFill>
            <a:srgbClr val="2F54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02920" y="4718303"/>
            <a:ext cx="870783" cy="310896"/>
          </a:xfrm>
          <a:prstGeom prst="rect">
            <a:avLst/>
          </a:prstGeom>
          <a:noFill/>
        </p:spPr>
        <p:txBody>
          <a:bodyPr wrap="square" lIns="18000" rIns="1800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>
                <a:solidFill>
                  <a:srgbClr val="FFFFFF"/>
                </a:solidFill>
                <a:latin typeface="KoPub돋움체 Bold"/>
              </a:rPr>
              <a:t>단계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501719" y="4718303"/>
            <a:ext cx="2051182" cy="310896"/>
          </a:xfrm>
          <a:prstGeom prst="rect">
            <a:avLst/>
          </a:prstGeom>
          <a:noFill/>
        </p:spPr>
        <p:txBody>
          <a:bodyPr wrap="square" lIns="18000" rIns="1800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>
                <a:solidFill>
                  <a:srgbClr val="FFFFFF"/>
                </a:solidFill>
                <a:latin typeface="KoPub돋움체 Bold"/>
              </a:rPr>
              <a:t>제공 형태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680917" y="4718303"/>
            <a:ext cx="5773978" cy="310896"/>
          </a:xfrm>
          <a:prstGeom prst="rect">
            <a:avLst/>
          </a:prstGeom>
          <a:noFill/>
        </p:spPr>
        <p:txBody>
          <a:bodyPr wrap="square" lIns="18000" rIns="1800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>
                <a:solidFill>
                  <a:srgbClr val="FFFFFF"/>
                </a:solidFill>
                <a:latin typeface="KoPub돋움체 Bold"/>
              </a:rPr>
              <a:t>내용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11480" y="5010912"/>
            <a:ext cx="9079992" cy="365760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02920" y="5038344"/>
            <a:ext cx="870783" cy="365760"/>
          </a:xfrm>
          <a:prstGeom prst="rect">
            <a:avLst/>
          </a:prstGeom>
          <a:noFill/>
        </p:spPr>
        <p:txBody>
          <a:bodyPr wrap="square" lIns="18000" rIns="1800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>
                <a:solidFill>
                  <a:srgbClr val="1A1A1A"/>
                </a:solidFill>
                <a:latin typeface="KoPub돋움체 Bold"/>
              </a:rPr>
              <a:t>1단계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501719" y="5038344"/>
            <a:ext cx="2051182" cy="365760"/>
          </a:xfrm>
          <a:prstGeom prst="rect">
            <a:avLst/>
          </a:prstGeom>
          <a:noFill/>
        </p:spPr>
        <p:txBody>
          <a:bodyPr wrap="square" lIns="18000" rIns="1800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1A1A1A"/>
                </a:solidFill>
                <a:latin typeface="KoPub돋움체 Medium"/>
              </a:rPr>
              <a:t>도엽별 수치자료(엑셀)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680917" y="5038344"/>
            <a:ext cx="5773978" cy="365760"/>
          </a:xfrm>
          <a:prstGeom prst="rect">
            <a:avLst/>
          </a:prstGeom>
          <a:noFill/>
        </p:spPr>
        <p:txBody>
          <a:bodyPr wrap="square" lIns="18000" rIns="1800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1A1A1A"/>
                </a:solidFill>
                <a:latin typeface="KoPub돋움체 Medium"/>
              </a:rPr>
              <a:t>1:50,000 도엽 단위 — 도엽 중심 대표값 · 도폭 내 변화폭 · 기준시점 · 연변화율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02920" y="5404104"/>
            <a:ext cx="870783" cy="365760"/>
          </a:xfrm>
          <a:prstGeom prst="rect">
            <a:avLst/>
          </a:prstGeom>
          <a:noFill/>
        </p:spPr>
        <p:txBody>
          <a:bodyPr wrap="square" lIns="18000" rIns="1800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>
                <a:solidFill>
                  <a:srgbClr val="1A1A1A"/>
                </a:solidFill>
                <a:latin typeface="KoPub돋움체 Bold"/>
              </a:rPr>
              <a:t>2단계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501719" y="5404104"/>
            <a:ext cx="2051182" cy="365760"/>
          </a:xfrm>
          <a:prstGeom prst="rect">
            <a:avLst/>
          </a:prstGeom>
          <a:noFill/>
        </p:spPr>
        <p:txBody>
          <a:bodyPr wrap="square" lIns="18000" rIns="1800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1A1A1A"/>
                </a:solidFill>
                <a:latin typeface="KoPub돋움체 Medium"/>
              </a:rPr>
              <a:t>조회 서비스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680917" y="5404104"/>
            <a:ext cx="5773978" cy="365760"/>
          </a:xfrm>
          <a:prstGeom prst="rect">
            <a:avLst/>
          </a:prstGeom>
          <a:noFill/>
        </p:spPr>
        <p:txBody>
          <a:bodyPr wrap="square" lIns="18000" rIns="1800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1A1A1A"/>
                </a:solidFill>
                <a:latin typeface="KoPub돋움체 Medium"/>
              </a:rPr>
              <a:t>국토정보플랫폼에서 위치·도엽 검색 시 자침편차 표시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11480" y="5742432"/>
            <a:ext cx="9079992" cy="365760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02920" y="5769864"/>
            <a:ext cx="870783" cy="365760"/>
          </a:xfrm>
          <a:prstGeom prst="rect">
            <a:avLst/>
          </a:prstGeom>
          <a:noFill/>
        </p:spPr>
        <p:txBody>
          <a:bodyPr wrap="square" lIns="18000" rIns="1800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>
                <a:solidFill>
                  <a:srgbClr val="1A1A1A"/>
                </a:solidFill>
                <a:latin typeface="KoPub돋움체 Bold"/>
              </a:rPr>
              <a:t>3단계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501719" y="5769864"/>
            <a:ext cx="2051182" cy="365760"/>
          </a:xfrm>
          <a:prstGeom prst="rect">
            <a:avLst/>
          </a:prstGeom>
          <a:noFill/>
        </p:spPr>
        <p:txBody>
          <a:bodyPr wrap="square" lIns="18000" rIns="1800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1A1A1A"/>
                </a:solidFill>
                <a:latin typeface="KoPub돋움체 Medium"/>
              </a:rPr>
              <a:t>지형도 표기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680917" y="5769864"/>
            <a:ext cx="5773978" cy="365760"/>
          </a:xfrm>
          <a:prstGeom prst="rect">
            <a:avLst/>
          </a:prstGeom>
          <a:noFill/>
        </p:spPr>
        <p:txBody>
          <a:bodyPr wrap="square" lIns="18000" rIns="1800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1A1A1A"/>
                </a:solidFill>
                <a:latin typeface="KoPub돋움체 Medium"/>
              </a:rPr>
              <a:t>도곽 밖 자침편차 도표 반영(정확도 목표 달성 후)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11480" y="4700016"/>
            <a:ext cx="9079992" cy="1408176"/>
          </a:xfrm>
          <a:prstGeom prst="rect">
            <a:avLst/>
          </a:prstGeom>
          <a:noFill/>
          <a:ln w="9525">
            <a:solidFill>
              <a:srgbClr val="BFCB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11480" y="6217920"/>
            <a:ext cx="9079992" cy="274320"/>
          </a:xfrm>
          <a:prstGeom prst="rect">
            <a:avLst/>
          </a:prstGeom>
          <a:noFill/>
        </p:spPr>
        <p:txBody>
          <a:bodyPr wrap="square" lIns="18000" rIns="1800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595959"/>
                </a:solidFill>
                <a:latin typeface="KoPub돋움체 Medium"/>
              </a:rPr>
              <a:t>※ 도폭 내 편각 변화는 IGRF-14 산출값 / 도폭 규격 15′ 는 지도도식적용규정 제4조·제211조 / 대표값은 도곽 중심 기준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8" name="사각형: 둥근 모서리 5">
            <a:extLst>
              <a:ext uri="{FF2B5EF4-FFF2-40B4-BE49-F238E27FC236}">
                <a16:creationId xmlns:a16="http://schemas.microsoft.com/office/drawing/2014/main" id="{BF1C4B7C-2107-7718-4360-742351117A61}"/>
              </a:ext>
            </a:extLst>
          </p:cNvPr>
          <p:cNvSpPr/>
          <p:nvPr/>
        </p:nvSpPr>
        <p:spPr>
          <a:xfrm>
            <a:off x="292100" y="1222272"/>
            <a:ext cx="6677124" cy="437381"/>
          </a:xfrm>
          <a:prstGeom prst="roundRect">
            <a:avLst>
              <a:gd name="adj" fmla="val 50000"/>
            </a:avLst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03551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442D0B8-4CDB-74C8-FB7D-5684DB66BC4D}"/>
              </a:ext>
            </a:extLst>
          </p:cNvPr>
          <p:cNvSpPr txBox="1"/>
          <p:nvPr/>
        </p:nvSpPr>
        <p:spPr>
          <a:xfrm>
            <a:off x="957098" y="1194293"/>
            <a:ext cx="6228150" cy="461665"/>
          </a:xfrm>
          <a:prstGeom prst="rect">
            <a:avLst/>
          </a:prstGeom>
        </p:spPr>
        <p:txBody>
          <a:bodyPr wrap="square">
            <a:spAutoFit/>
            <a:scene3d>
              <a:camera prst="orthographicFront"/>
              <a:lightRig rig="threePt" dir="t"/>
            </a:scene3d>
            <a:sp3d>
              <a:bevelT w="0"/>
            </a:sp3d>
          </a:bodyPr>
          <a:lstStyle>
            <a:defPPr>
              <a:defRPr lang="ko-KR"/>
            </a:defPPr>
            <a:lvl1pPr marL="92075" indent="-92075" defTabSz="1043056" latinLnBrk="0">
              <a:spcBef>
                <a:spcPts val="200"/>
              </a:spcBef>
              <a:buFont typeface="Arial" panose="020B0604020202020204" pitchFamily="34" charset="0"/>
              <a:buChar char="•"/>
              <a:defRPr sz="800" kern="0" spc="-100">
                <a:solidFill>
                  <a:schemeClr val="tx1">
                    <a:lumMod val="75000"/>
                    <a:lumOff val="25000"/>
                  </a:schemeClr>
                </a:solidFill>
                <a:latin typeface="Rix고딕 M" panose="02020603020101020101" pitchFamily="18" charset="-127"/>
                <a:ea typeface="Rix고딕 M" panose="02020603020101020101" pitchFamily="18" charset="-127"/>
              </a:defRPr>
            </a:lvl1pPr>
          </a:lstStyle>
          <a:p>
            <a:pPr marL="0" indent="0" algn="l">
              <a:spcBef>
                <a:spcPts val="0"/>
              </a:spcBef>
              <a:buClr>
                <a:prstClr val="white"/>
              </a:buClr>
              <a:buNone/>
              <a:defRPr/>
            </a:pPr>
            <a:r>
              <a:rPr lang="en-US" altLang="ko-KR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모델 검증체계 및 구조 선택 결과</a:t>
            </a: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0BA6D15D-AD0B-E851-905B-B2F49AA0522D}"/>
              </a:ext>
            </a:extLst>
          </p:cNvPr>
          <p:cNvSpPr/>
          <p:nvPr/>
        </p:nvSpPr>
        <p:spPr>
          <a:xfrm>
            <a:off x="415924" y="335141"/>
            <a:ext cx="7561412" cy="523220"/>
          </a:xfrm>
          <a:prstGeom prst="rect">
            <a:avLst/>
          </a:prstGeom>
        </p:spPr>
        <p:txBody>
          <a:bodyPr wrap="square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marL="0" lvl="1" indent="-85725" algn="l" latinLnBrk="0">
              <a:spcBef>
                <a:spcPct val="0"/>
              </a:spcBef>
              <a:buClr>
                <a:srgbClr val="008400"/>
              </a:buClr>
              <a:buSzPct val="140000"/>
              <a:tabLst>
                <a:tab pos="5645270" algn="l"/>
              </a:tabLst>
              <a:defRPr/>
            </a:pPr>
            <a:r>
              <a:rPr lang="en-US" altLang="ko-KR" sz="2800" spc="-150" dirty="0"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Monotype Sorts"/>
              </a:rPr>
              <a:t>1. </a:t>
            </a:r>
            <a:r>
              <a:rPr lang="ko-KR" altLang="en-US" sz="2800" spc="-150" dirty="0"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Monotype Sorts"/>
              </a:rPr>
              <a:t>기존</a:t>
            </a:r>
            <a:r>
              <a:rPr lang="en-US" altLang="ko-KR" sz="2800" spc="-150" dirty="0"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Monotype Sorts"/>
              </a:rPr>
              <a:t> </a:t>
            </a:r>
            <a:r>
              <a:rPr lang="ko-KR" altLang="en-US" sz="2800" spc="-150" dirty="0"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Monotype Sorts"/>
              </a:rPr>
              <a:t>성과</a:t>
            </a:r>
            <a:r>
              <a:rPr lang="en-US" altLang="ko-KR" sz="2800" spc="-150" dirty="0"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Monotype Sorts"/>
              </a:rPr>
              <a:t> </a:t>
            </a:r>
            <a:r>
              <a:rPr lang="ko-KR" altLang="en-US" sz="2800" spc="-150" dirty="0"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Monotype Sorts"/>
              </a:rPr>
              <a:t>기반</a:t>
            </a:r>
            <a:r>
              <a:rPr lang="en-US" altLang="ko-KR" sz="2800" spc="-150" dirty="0"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Monotype Sorts"/>
              </a:rPr>
              <a:t> ’25</a:t>
            </a:r>
            <a:r>
              <a:rPr lang="ko-KR" altLang="en-US" sz="2800" spc="-150" dirty="0"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Monotype Sorts"/>
              </a:rPr>
              <a:t>년</a:t>
            </a:r>
            <a:r>
              <a:rPr lang="en-US" altLang="ko-KR" sz="2800" spc="-150" dirty="0"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Monotype Sorts"/>
              </a:rPr>
              <a:t> </a:t>
            </a:r>
            <a:r>
              <a:rPr lang="ko-KR" altLang="en-US" sz="2800" spc="-150" dirty="0"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Monotype Sorts"/>
              </a:rPr>
              <a:t>지자기모델</a:t>
            </a:r>
            <a:r>
              <a:rPr lang="en-US" altLang="ko-KR" sz="2800" spc="-150" dirty="0"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Monotype Sorts"/>
              </a:rPr>
              <a:t> </a:t>
            </a:r>
            <a:r>
              <a:rPr lang="ko-KR" altLang="en-US" sz="2800" spc="-150" dirty="0"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Monotype Sorts"/>
              </a:rPr>
              <a:t>시범</a:t>
            </a:r>
            <a:r>
              <a:rPr lang="en-US" altLang="ko-KR" sz="2800" spc="-150" dirty="0"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Monotype Sorts"/>
              </a:rPr>
              <a:t> </a:t>
            </a:r>
            <a:r>
              <a:rPr lang="ko-KR" altLang="en-US" sz="2800" spc="-150" dirty="0"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Monotype Sorts"/>
              </a:rPr>
              <a:t>구축</a:t>
            </a:r>
          </a:p>
        </p:txBody>
      </p:sp>
      <p:pic>
        <p:nvPicPr>
          <p:cNvPr id="26" name="그림 25">
            <a:extLst>
              <a:ext uri="{FF2B5EF4-FFF2-40B4-BE49-F238E27FC236}">
                <a16:creationId xmlns:a16="http://schemas.microsoft.com/office/drawing/2014/main" id="{15DF71A1-B3EA-C8D9-7F19-979489CDA75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grayscl/>
            <a:lum bright="-40000" contrast="-40000"/>
          </a:blip>
          <a:stretch>
            <a:fillRect/>
          </a:stretch>
        </p:blipFill>
        <p:spPr>
          <a:xfrm>
            <a:off x="473403" y="1236838"/>
            <a:ext cx="432048" cy="417271"/>
          </a:xfrm>
          <a:prstGeom prst="rect">
            <a:avLst/>
          </a:prstGeom>
        </p:spPr>
      </p:pic>
      <p:sp>
        <p:nvSpPr>
          <p:cNvPr id="30" name="Rectangle 29"/>
          <p:cNvSpPr/>
          <p:nvPr/>
        </p:nvSpPr>
        <p:spPr>
          <a:xfrm>
            <a:off x="411480" y="1828800"/>
            <a:ext cx="9079992" cy="603504"/>
          </a:xfrm>
          <a:prstGeom prst="rect">
            <a:avLst/>
          </a:prstGeom>
          <a:solidFill>
            <a:srgbClr val="FDEA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39496" y="1883664"/>
            <a:ext cx="8823960" cy="201168"/>
          </a:xfrm>
          <a:prstGeom prst="rect">
            <a:avLst/>
          </a:prstGeom>
          <a:noFill/>
        </p:spPr>
        <p:txBody>
          <a:bodyPr wrap="square" lIns="18000" rIns="1800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595959"/>
                </a:solidFill>
                <a:latin typeface="KoPub돋움체 Medium"/>
              </a:rPr>
              <a:t>구현 검증 · 구조 선택 · 예측 검증 — 평가 측점은 미리 고정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9496" y="2084832"/>
            <a:ext cx="8823960" cy="347472"/>
          </a:xfrm>
          <a:prstGeom prst="rect">
            <a:avLst/>
          </a:prstGeom>
          <a:noFill/>
        </p:spPr>
        <p:txBody>
          <a:bodyPr wrap="square" lIns="18000" rIns="1800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A1A1A"/>
                </a:solidFill>
                <a:latin typeface="KoPub돋움체 Bold"/>
              </a:rPr>
              <a:t>만들고 끝내지 않고, 어떤 형태가 옳은지 자료로 골랐다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11480" y="2596896"/>
            <a:ext cx="5084795" cy="310896"/>
          </a:xfrm>
          <a:prstGeom prst="rect">
            <a:avLst/>
          </a:prstGeom>
          <a:solidFill>
            <a:srgbClr val="2F54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2615184"/>
            <a:ext cx="1092334" cy="310896"/>
          </a:xfrm>
          <a:prstGeom prst="rect">
            <a:avLst/>
          </a:prstGeom>
          <a:noFill/>
        </p:spPr>
        <p:txBody>
          <a:bodyPr wrap="square" lIns="18000" rIns="1800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FFFFFF"/>
                </a:solidFill>
                <a:latin typeface="KoPub돋움체 Bold"/>
              </a:rPr>
              <a:t>구분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723270" y="2615184"/>
            <a:ext cx="1600814" cy="310896"/>
          </a:xfrm>
          <a:prstGeom prst="rect">
            <a:avLst/>
          </a:prstGeom>
          <a:noFill/>
        </p:spPr>
        <p:txBody>
          <a:bodyPr wrap="square" lIns="18000" rIns="1800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FFFFFF"/>
                </a:solidFill>
                <a:latin typeface="KoPub돋움체 Bold"/>
              </a:rPr>
              <a:t>후보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452101" y="2615184"/>
            <a:ext cx="1092334" cy="310896"/>
          </a:xfrm>
          <a:prstGeom prst="rect">
            <a:avLst/>
          </a:prstGeom>
          <a:noFill/>
        </p:spPr>
        <p:txBody>
          <a:bodyPr wrap="square" lIns="18000" rIns="1800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FFFFFF"/>
                </a:solidFill>
                <a:latin typeface="KoPub돋움체 Bold"/>
              </a:rPr>
              <a:t>교차검증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72452" y="2615184"/>
            <a:ext cx="787247" cy="310896"/>
          </a:xfrm>
          <a:prstGeom prst="rect">
            <a:avLst/>
          </a:prstGeom>
          <a:noFill/>
        </p:spPr>
        <p:txBody>
          <a:bodyPr wrap="square" lIns="18000" rIns="1800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FFFFFF"/>
                </a:solidFill>
                <a:latin typeface="KoPub돋움체 Bold"/>
              </a:rPr>
              <a:t>판정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11480" y="2907792"/>
            <a:ext cx="5084795" cy="329184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02920" y="2935224"/>
            <a:ext cx="1092334" cy="329184"/>
          </a:xfrm>
          <a:prstGeom prst="rect">
            <a:avLst/>
          </a:prstGeom>
          <a:noFill/>
        </p:spPr>
        <p:txBody>
          <a:bodyPr wrap="square" lIns="18000" rIns="1800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1A1A1A"/>
                </a:solidFill>
                <a:latin typeface="KoPub돋움체 Bold"/>
              </a:rPr>
              <a:t>Regional 차수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723270" y="2935224"/>
            <a:ext cx="1600814" cy="329184"/>
          </a:xfrm>
          <a:prstGeom prst="rect">
            <a:avLst/>
          </a:prstGeom>
          <a:noFill/>
        </p:spPr>
        <p:txBody>
          <a:bodyPr wrap="square" lIns="18000" rIns="1800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1A1A1A"/>
                </a:solidFill>
                <a:latin typeface="KoPub돋움체 Medium"/>
              </a:rPr>
              <a:t>R0 상수항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452101" y="2935224"/>
            <a:ext cx="1092334" cy="329184"/>
          </a:xfrm>
          <a:prstGeom prst="rect">
            <a:avLst/>
          </a:prstGeom>
          <a:noFill/>
        </p:spPr>
        <p:txBody>
          <a:bodyPr wrap="square" lIns="18000" rIns="1800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1A1A1A"/>
                </a:solidFill>
                <a:latin typeface="KoPub돋움체 Medium"/>
              </a:rPr>
              <a:t>0.4987°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72452" y="2935224"/>
            <a:ext cx="787247" cy="329184"/>
          </a:xfrm>
          <a:prstGeom prst="rect">
            <a:avLst/>
          </a:prstGeom>
          <a:noFill/>
        </p:spPr>
        <p:txBody>
          <a:bodyPr wrap="square" lIns="18000" rIns="1800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1F6B4A"/>
                </a:solidFill>
                <a:latin typeface="KoPub돋움체 Medium"/>
              </a:rPr>
              <a:t>채택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02920" y="3264408"/>
            <a:ext cx="1092334" cy="329184"/>
          </a:xfrm>
          <a:prstGeom prst="rect">
            <a:avLst/>
          </a:prstGeom>
          <a:noFill/>
        </p:spPr>
        <p:txBody>
          <a:bodyPr wrap="square" lIns="18000" rIns="18000" tIns="0" bIns="0" anchor="ctr">
            <a:spAutoFit/>
          </a:bodyPr>
          <a:lstStyle/>
          <a:p>
            <a:pPr algn="l">
              <a:lnSpc>
                <a:spcPct val="115000"/>
              </a:lnSpc>
            </a:pPr>
          </a:p>
        </p:txBody>
      </p:sp>
      <p:sp>
        <p:nvSpPr>
          <p:cNvPr id="44" name="TextBox 43"/>
          <p:cNvSpPr txBox="1"/>
          <p:nvPr/>
        </p:nvSpPr>
        <p:spPr>
          <a:xfrm>
            <a:off x="1723270" y="3264408"/>
            <a:ext cx="1600814" cy="329184"/>
          </a:xfrm>
          <a:prstGeom prst="rect">
            <a:avLst/>
          </a:prstGeom>
          <a:noFill/>
        </p:spPr>
        <p:txBody>
          <a:bodyPr wrap="square" lIns="18000" rIns="1800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1A1A1A"/>
                </a:solidFill>
                <a:latin typeface="KoPub돋움체 Medium"/>
              </a:rPr>
              <a:t>R1 1차 평면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452101" y="3264408"/>
            <a:ext cx="1092334" cy="329184"/>
          </a:xfrm>
          <a:prstGeom prst="rect">
            <a:avLst/>
          </a:prstGeom>
          <a:noFill/>
        </p:spPr>
        <p:txBody>
          <a:bodyPr wrap="square" lIns="18000" rIns="1800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1A1A1A"/>
                </a:solidFill>
                <a:latin typeface="KoPub돋움체 Medium"/>
              </a:rPr>
              <a:t>0.5236°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672452" y="3264408"/>
            <a:ext cx="787247" cy="329184"/>
          </a:xfrm>
          <a:prstGeom prst="rect">
            <a:avLst/>
          </a:prstGeom>
          <a:noFill/>
        </p:spPr>
        <p:txBody>
          <a:bodyPr wrap="square" lIns="18000" rIns="1800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1A1A1A"/>
                </a:solidFill>
                <a:latin typeface="KoPub돋움체 Medium"/>
              </a:rPr>
              <a:t>기각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11480" y="3566160"/>
            <a:ext cx="5084795" cy="329184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02920" y="3593591"/>
            <a:ext cx="1092334" cy="329184"/>
          </a:xfrm>
          <a:prstGeom prst="rect">
            <a:avLst/>
          </a:prstGeom>
          <a:noFill/>
        </p:spPr>
        <p:txBody>
          <a:bodyPr wrap="square" lIns="18000" rIns="18000" tIns="0" bIns="0" anchor="ctr">
            <a:spAutoFit/>
          </a:bodyPr>
          <a:lstStyle/>
          <a:p>
            <a:pPr algn="l">
              <a:lnSpc>
                <a:spcPct val="115000"/>
              </a:lnSpc>
            </a:pPr>
          </a:p>
        </p:txBody>
      </p:sp>
      <p:sp>
        <p:nvSpPr>
          <p:cNvPr id="49" name="TextBox 48"/>
          <p:cNvSpPr txBox="1"/>
          <p:nvPr/>
        </p:nvSpPr>
        <p:spPr>
          <a:xfrm>
            <a:off x="1723270" y="3593591"/>
            <a:ext cx="1600814" cy="329184"/>
          </a:xfrm>
          <a:prstGeom prst="rect">
            <a:avLst/>
          </a:prstGeom>
          <a:noFill/>
        </p:spPr>
        <p:txBody>
          <a:bodyPr wrap="square" lIns="18000" rIns="1800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1A1A1A"/>
                </a:solidFill>
                <a:latin typeface="KoPub돋움체 Medium"/>
              </a:rPr>
              <a:t>R1T 시간항 추가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452101" y="3593591"/>
            <a:ext cx="1092334" cy="329184"/>
          </a:xfrm>
          <a:prstGeom prst="rect">
            <a:avLst/>
          </a:prstGeom>
          <a:noFill/>
        </p:spPr>
        <p:txBody>
          <a:bodyPr wrap="square" lIns="18000" rIns="1800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1A1A1A"/>
                </a:solidFill>
                <a:latin typeface="KoPub돋움체 Medium"/>
              </a:rPr>
              <a:t>0.5459°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672452" y="3593591"/>
            <a:ext cx="787247" cy="329184"/>
          </a:xfrm>
          <a:prstGeom prst="rect">
            <a:avLst/>
          </a:prstGeom>
          <a:noFill/>
        </p:spPr>
        <p:txBody>
          <a:bodyPr wrap="square" lIns="18000" rIns="1800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1A1A1A"/>
                </a:solidFill>
                <a:latin typeface="KoPub돋움체 Medium"/>
              </a:rPr>
              <a:t>기각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02920" y="3922776"/>
            <a:ext cx="1092334" cy="329184"/>
          </a:xfrm>
          <a:prstGeom prst="rect">
            <a:avLst/>
          </a:prstGeom>
          <a:noFill/>
        </p:spPr>
        <p:txBody>
          <a:bodyPr wrap="square" lIns="18000" rIns="1800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1A1A1A"/>
                </a:solidFill>
                <a:latin typeface="KoPub돋움체 Bold"/>
              </a:rPr>
              <a:t>지각 결합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723270" y="3922776"/>
            <a:ext cx="1600814" cy="329184"/>
          </a:xfrm>
          <a:prstGeom prst="rect">
            <a:avLst/>
          </a:prstGeom>
          <a:noFill/>
        </p:spPr>
        <p:txBody>
          <a:bodyPr wrap="square" lIns="18000" rIns="1800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1A1A1A"/>
                </a:solidFill>
                <a:latin typeface="KoPub돋움체 Medium"/>
              </a:rPr>
              <a:t>F1 1:1 결합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452101" y="3922776"/>
            <a:ext cx="1092334" cy="329184"/>
          </a:xfrm>
          <a:prstGeom prst="rect">
            <a:avLst/>
          </a:prstGeom>
          <a:noFill/>
        </p:spPr>
        <p:txBody>
          <a:bodyPr wrap="square" lIns="18000" rIns="1800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1A1A1A"/>
                </a:solidFill>
                <a:latin typeface="KoPub돋움체 Medium"/>
              </a:rPr>
              <a:t>63.0 nT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672452" y="3922776"/>
            <a:ext cx="787247" cy="329184"/>
          </a:xfrm>
          <a:prstGeom prst="rect">
            <a:avLst/>
          </a:prstGeom>
          <a:noFill/>
        </p:spPr>
        <p:txBody>
          <a:bodyPr wrap="square" lIns="18000" rIns="1800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1F6B4A"/>
                </a:solidFill>
                <a:latin typeface="KoPub돋움체 Medium"/>
              </a:rPr>
              <a:t>채택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11480" y="4224528"/>
            <a:ext cx="5084795" cy="329184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02920" y="4251960"/>
            <a:ext cx="1092334" cy="329184"/>
          </a:xfrm>
          <a:prstGeom prst="rect">
            <a:avLst/>
          </a:prstGeom>
          <a:noFill/>
        </p:spPr>
        <p:txBody>
          <a:bodyPr wrap="square" lIns="18000" rIns="18000" tIns="0" bIns="0" anchor="ctr">
            <a:spAutoFit/>
          </a:bodyPr>
          <a:lstStyle/>
          <a:p>
            <a:pPr algn="l">
              <a:lnSpc>
                <a:spcPct val="115000"/>
              </a:lnSpc>
            </a:pPr>
          </a:p>
        </p:txBody>
      </p:sp>
      <p:sp>
        <p:nvSpPr>
          <p:cNvPr id="58" name="TextBox 57"/>
          <p:cNvSpPr txBox="1"/>
          <p:nvPr/>
        </p:nvSpPr>
        <p:spPr>
          <a:xfrm>
            <a:off x="1723270" y="4251960"/>
            <a:ext cx="1600814" cy="329184"/>
          </a:xfrm>
          <a:prstGeom prst="rect">
            <a:avLst/>
          </a:prstGeom>
          <a:noFill/>
        </p:spPr>
        <p:txBody>
          <a:bodyPr wrap="square" lIns="18000" rIns="1800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1A1A1A"/>
                </a:solidFill>
                <a:latin typeface="KoPub돋움체 Medium"/>
              </a:rPr>
              <a:t>Fα 계수 추정(0.67)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452101" y="4251960"/>
            <a:ext cx="1092334" cy="329184"/>
          </a:xfrm>
          <a:prstGeom prst="rect">
            <a:avLst/>
          </a:prstGeom>
          <a:noFill/>
        </p:spPr>
        <p:txBody>
          <a:bodyPr wrap="square" lIns="18000" rIns="1800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1A1A1A"/>
                </a:solidFill>
                <a:latin typeface="KoPub돋움체 Medium"/>
              </a:rPr>
              <a:t>67.0 nT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672452" y="4251960"/>
            <a:ext cx="787247" cy="329184"/>
          </a:xfrm>
          <a:prstGeom prst="rect">
            <a:avLst/>
          </a:prstGeom>
          <a:noFill/>
        </p:spPr>
        <p:txBody>
          <a:bodyPr wrap="square" lIns="18000" rIns="1800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1A1A1A"/>
                </a:solidFill>
                <a:latin typeface="KoPub돋움체 Medium"/>
              </a:rPr>
              <a:t>기각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02920" y="4581144"/>
            <a:ext cx="1092334" cy="329184"/>
          </a:xfrm>
          <a:prstGeom prst="rect">
            <a:avLst/>
          </a:prstGeom>
          <a:noFill/>
        </p:spPr>
        <p:txBody>
          <a:bodyPr wrap="square" lIns="18000" rIns="1800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1A1A1A"/>
                </a:solidFill>
                <a:latin typeface="KoPub돋움체 Bold"/>
              </a:rPr>
              <a:t>External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723270" y="4581144"/>
            <a:ext cx="1600814" cy="329184"/>
          </a:xfrm>
          <a:prstGeom prst="rect">
            <a:avLst/>
          </a:prstGeom>
          <a:noFill/>
        </p:spPr>
        <p:txBody>
          <a:bodyPr wrap="square" lIns="18000" rIns="1800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1A1A1A"/>
                </a:solidFill>
                <a:latin typeface="KoPub돋움체 Medium"/>
              </a:rPr>
              <a:t>E0 청양 단독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452101" y="4581144"/>
            <a:ext cx="1092334" cy="329184"/>
          </a:xfrm>
          <a:prstGeom prst="rect">
            <a:avLst/>
          </a:prstGeom>
          <a:noFill/>
        </p:spPr>
        <p:txBody>
          <a:bodyPr wrap="square" lIns="18000" rIns="1800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1A1A1A"/>
                </a:solidFill>
                <a:latin typeface="KoPub돋움체 Medium"/>
              </a:rPr>
              <a:t>0.5495°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672452" y="4581144"/>
            <a:ext cx="787247" cy="329184"/>
          </a:xfrm>
          <a:prstGeom prst="rect">
            <a:avLst/>
          </a:prstGeom>
          <a:noFill/>
        </p:spPr>
        <p:txBody>
          <a:bodyPr wrap="square" lIns="18000" rIns="1800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1A1A1A"/>
                </a:solidFill>
                <a:latin typeface="KoPub돋움체 Medium"/>
              </a:rPr>
              <a:t>기각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11480" y="4882896"/>
            <a:ext cx="5084795" cy="329184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02920" y="4910328"/>
            <a:ext cx="1092334" cy="329184"/>
          </a:xfrm>
          <a:prstGeom prst="rect">
            <a:avLst/>
          </a:prstGeom>
          <a:noFill/>
        </p:spPr>
        <p:txBody>
          <a:bodyPr wrap="square" lIns="18000" rIns="18000" tIns="0" bIns="0" anchor="ctr">
            <a:spAutoFit/>
          </a:bodyPr>
          <a:lstStyle/>
          <a:p>
            <a:pPr algn="l">
              <a:lnSpc>
                <a:spcPct val="115000"/>
              </a:lnSpc>
            </a:pPr>
          </a:p>
        </p:txBody>
      </p:sp>
      <p:sp>
        <p:nvSpPr>
          <p:cNvPr id="67" name="TextBox 66"/>
          <p:cNvSpPr txBox="1"/>
          <p:nvPr/>
        </p:nvSpPr>
        <p:spPr>
          <a:xfrm>
            <a:off x="1723270" y="4910328"/>
            <a:ext cx="1600814" cy="329184"/>
          </a:xfrm>
          <a:prstGeom prst="rect">
            <a:avLst/>
          </a:prstGeom>
          <a:noFill/>
        </p:spPr>
        <p:txBody>
          <a:bodyPr wrap="square" lIns="18000" rIns="1800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1A1A1A"/>
                </a:solidFill>
                <a:latin typeface="KoPub돋움체 Medium"/>
              </a:rPr>
              <a:t>E1 최근접 관측소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452101" y="4910328"/>
            <a:ext cx="1092334" cy="329184"/>
          </a:xfrm>
          <a:prstGeom prst="rect">
            <a:avLst/>
          </a:prstGeom>
          <a:noFill/>
        </p:spPr>
        <p:txBody>
          <a:bodyPr wrap="square" lIns="18000" rIns="1800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1A1A1A"/>
                </a:solidFill>
                <a:latin typeface="KoPub돋움체 Medium"/>
              </a:rPr>
              <a:t>0.5504°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672452" y="4910328"/>
            <a:ext cx="787247" cy="329184"/>
          </a:xfrm>
          <a:prstGeom prst="rect">
            <a:avLst/>
          </a:prstGeom>
          <a:noFill/>
        </p:spPr>
        <p:txBody>
          <a:bodyPr wrap="square" lIns="18000" rIns="1800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1A1A1A"/>
                </a:solidFill>
                <a:latin typeface="KoPub돋움체 Medium"/>
              </a:rPr>
              <a:t>기각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02920" y="5239512"/>
            <a:ext cx="1092334" cy="329184"/>
          </a:xfrm>
          <a:prstGeom prst="rect">
            <a:avLst/>
          </a:prstGeom>
          <a:noFill/>
        </p:spPr>
        <p:txBody>
          <a:bodyPr wrap="square" lIns="18000" rIns="18000" tIns="0" bIns="0" anchor="ctr">
            <a:spAutoFit/>
          </a:bodyPr>
          <a:lstStyle/>
          <a:p>
            <a:pPr algn="l">
              <a:lnSpc>
                <a:spcPct val="115000"/>
              </a:lnSpc>
            </a:pPr>
          </a:p>
        </p:txBody>
      </p:sp>
      <p:sp>
        <p:nvSpPr>
          <p:cNvPr id="71" name="TextBox 70"/>
          <p:cNvSpPr txBox="1"/>
          <p:nvPr/>
        </p:nvSpPr>
        <p:spPr>
          <a:xfrm>
            <a:off x="1723270" y="5239512"/>
            <a:ext cx="1600814" cy="329184"/>
          </a:xfrm>
          <a:prstGeom prst="rect">
            <a:avLst/>
          </a:prstGeom>
          <a:noFill/>
        </p:spPr>
        <p:txBody>
          <a:bodyPr wrap="square" lIns="18000" rIns="1800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1A1A1A"/>
                </a:solidFill>
                <a:latin typeface="KoPub돋움체 Medium"/>
              </a:rPr>
              <a:t>E2 4소 공간보간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452101" y="5239512"/>
            <a:ext cx="1092334" cy="329184"/>
          </a:xfrm>
          <a:prstGeom prst="rect">
            <a:avLst/>
          </a:prstGeom>
          <a:noFill/>
        </p:spPr>
        <p:txBody>
          <a:bodyPr wrap="square" lIns="18000" rIns="1800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1A1A1A"/>
                </a:solidFill>
                <a:latin typeface="KoPub돋움체 Medium"/>
              </a:rPr>
              <a:t>0.4987°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672452" y="5239512"/>
            <a:ext cx="787247" cy="329184"/>
          </a:xfrm>
          <a:prstGeom prst="rect">
            <a:avLst/>
          </a:prstGeom>
          <a:noFill/>
        </p:spPr>
        <p:txBody>
          <a:bodyPr wrap="square" lIns="18000" rIns="1800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1F6B4A"/>
                </a:solidFill>
                <a:latin typeface="KoPub돋움체 Medium"/>
              </a:rPr>
              <a:t>채택(잠정)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11480" y="2596896"/>
            <a:ext cx="5084795" cy="2944368"/>
          </a:xfrm>
          <a:prstGeom prst="rect">
            <a:avLst/>
          </a:prstGeom>
          <a:noFill/>
          <a:ln w="9525">
            <a:solidFill>
              <a:srgbClr val="BFCB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ounded Rectangle 74"/>
          <p:cNvSpPr/>
          <p:nvPr/>
        </p:nvSpPr>
        <p:spPr>
          <a:xfrm>
            <a:off x="5677875" y="2596896"/>
            <a:ext cx="3813596" cy="13716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2F54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ounded Rectangle 75"/>
          <p:cNvSpPr/>
          <p:nvPr/>
        </p:nvSpPr>
        <p:spPr>
          <a:xfrm>
            <a:off x="5842467" y="2459736"/>
            <a:ext cx="2377440" cy="274320"/>
          </a:xfrm>
          <a:prstGeom prst="roundRect">
            <a:avLst>
              <a:gd name="adj" fmla="val 14000"/>
            </a:avLst>
          </a:prstGeom>
          <a:solidFill>
            <a:srgbClr val="2F54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842467" y="2478024"/>
            <a:ext cx="2377440" cy="274320"/>
          </a:xfrm>
          <a:prstGeom prst="rect">
            <a:avLst/>
          </a:prstGeom>
          <a:noFill/>
        </p:spPr>
        <p:txBody>
          <a:bodyPr wrap="square" lIns="18000" rIns="1800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>
                <a:solidFill>
                  <a:srgbClr val="FFFFFF"/>
                </a:solidFill>
                <a:latin typeface="KoPub돋움체 Bold"/>
              </a:rPr>
              <a:t>평가 측점 고정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915619" y="2889504"/>
            <a:ext cx="3338108" cy="1005840"/>
          </a:xfrm>
          <a:prstGeom prst="rect">
            <a:avLst/>
          </a:prstGeom>
          <a:noFill/>
        </p:spPr>
        <p:txBody>
          <a:bodyPr wrap="square" lIns="18000" rIns="1800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>
                <a:solidFill>
                  <a:srgbClr val="1A1A1A"/>
                </a:solidFill>
                <a:latin typeface="KoPub돋움체 Medium"/>
              </a:rPr>
              <a:t>여러 후보를 같은 교차검증 값을 보며 고르면 그 값에도 과적합된다. 기준 설정에서 평가 측점을 한 번만 정해 고정하고(편각 14 · 복각 15 · 총자력 13), 이후 모든 비교를 그 위에서만 했다.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5677875" y="4133087"/>
            <a:ext cx="3813596" cy="1225296"/>
          </a:xfrm>
          <a:prstGeom prst="roundRect">
            <a:avLst>
              <a:gd name="adj" fmla="val 14000"/>
            </a:avLst>
          </a:prstGeom>
          <a:solidFill>
            <a:srgbClr val="F2F5F9"/>
          </a:solidFill>
          <a:ln w="9525">
            <a:solidFill>
              <a:srgbClr val="BFCB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5879043" y="4261104"/>
            <a:ext cx="3411260" cy="237744"/>
          </a:xfrm>
          <a:prstGeom prst="rect">
            <a:avLst/>
          </a:prstGeom>
          <a:noFill/>
        </p:spPr>
        <p:txBody>
          <a:bodyPr wrap="square" lIns="18000" rIns="1800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F5497"/>
                </a:solidFill>
                <a:latin typeface="KoPub돋움체 Bold"/>
              </a:rPr>
              <a:t>선택의 요점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879043" y="4535424"/>
            <a:ext cx="3411260" cy="768096"/>
          </a:xfrm>
          <a:prstGeom prst="rect">
            <a:avLst/>
          </a:prstGeom>
          <a:noFill/>
        </p:spPr>
        <p:txBody>
          <a:bodyPr wrap="square" lIns="18000" rIns="1800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>
                <a:solidFill>
                  <a:srgbClr val="1A1A1A"/>
                </a:solidFill>
                <a:latin typeface="KoPub돋움체 Medium"/>
              </a:rPr>
              <a:t>· 측점 16개로는 공간 구조를 지지할 수 없다</a:t>
            </a:r>
          </a:p>
          <a:p>
            <a:pPr algn="l">
              <a:lnSpc>
                <a:spcPct val="135000"/>
              </a:lnSpc>
            </a:pPr>
            <a:r>
              <a:rPr sz="1050" b="0">
                <a:solidFill>
                  <a:srgbClr val="1A1A1A"/>
                </a:solidFill>
                <a:latin typeface="KoPub돋움체 Medium"/>
              </a:rPr>
              <a:t>· 결합계수를 자유롭게 두면 과적합이다</a:t>
            </a:r>
          </a:p>
          <a:p>
            <a:pPr algn="l">
              <a:lnSpc>
                <a:spcPct val="135000"/>
              </a:lnSpc>
            </a:pPr>
            <a:r>
              <a:rPr sz="1050" b="0">
                <a:solidFill>
                  <a:srgbClr val="1A1A1A"/>
                </a:solidFill>
                <a:latin typeface="KoPub돋움체 Medium"/>
              </a:rPr>
              <a:t>· 단일 관측소 가정은 성립하지 않는다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11480" y="5687568"/>
            <a:ext cx="9079992" cy="274320"/>
          </a:xfrm>
          <a:prstGeom prst="rect">
            <a:avLst/>
          </a:prstGeom>
          <a:noFill/>
        </p:spPr>
        <p:txBody>
          <a:bodyPr wrap="square" lIns="18000" rIns="1800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595959"/>
                </a:solidFill>
                <a:latin typeface="KoPub돋움체 Medium"/>
              </a:rPr>
              <a:t>※ 모든 비교는 같은 조건(Grade A 자료 · 동일 차수 · 동일 평가 측점)에서 처음부터 다시 적합해 수행함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8" name="사각형: 둥근 모서리 5">
            <a:extLst>
              <a:ext uri="{FF2B5EF4-FFF2-40B4-BE49-F238E27FC236}">
                <a16:creationId xmlns:a16="http://schemas.microsoft.com/office/drawing/2014/main" id="{BF1C4B7C-2107-7718-4360-742351117A61}"/>
              </a:ext>
            </a:extLst>
          </p:cNvPr>
          <p:cNvSpPr/>
          <p:nvPr/>
        </p:nvSpPr>
        <p:spPr>
          <a:xfrm>
            <a:off x="292100" y="1222272"/>
            <a:ext cx="6677124" cy="437381"/>
          </a:xfrm>
          <a:prstGeom prst="roundRect">
            <a:avLst>
              <a:gd name="adj" fmla="val 50000"/>
            </a:avLst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03551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442D0B8-4CDB-74C8-FB7D-5684DB66BC4D}"/>
              </a:ext>
            </a:extLst>
          </p:cNvPr>
          <p:cNvSpPr txBox="1"/>
          <p:nvPr/>
        </p:nvSpPr>
        <p:spPr>
          <a:xfrm>
            <a:off x="957098" y="1194293"/>
            <a:ext cx="6228150" cy="461665"/>
          </a:xfrm>
          <a:prstGeom prst="rect">
            <a:avLst/>
          </a:prstGeom>
        </p:spPr>
        <p:txBody>
          <a:bodyPr wrap="square">
            <a:spAutoFit/>
            <a:scene3d>
              <a:camera prst="orthographicFront"/>
              <a:lightRig rig="threePt" dir="t"/>
            </a:scene3d>
            <a:sp3d>
              <a:bevelT w="0"/>
            </a:sp3d>
          </a:bodyPr>
          <a:lstStyle>
            <a:defPPr>
              <a:defRPr lang="ko-KR"/>
            </a:defPPr>
            <a:lvl1pPr marL="92075" indent="-92075" defTabSz="1043056" latinLnBrk="0">
              <a:spcBef>
                <a:spcPts val="200"/>
              </a:spcBef>
              <a:buFont typeface="Arial" panose="020B0604020202020204" pitchFamily="34" charset="0"/>
              <a:buChar char="•"/>
              <a:defRPr sz="800" kern="0" spc="-100">
                <a:solidFill>
                  <a:schemeClr val="tx1">
                    <a:lumMod val="75000"/>
                    <a:lumOff val="25000"/>
                  </a:schemeClr>
                </a:solidFill>
                <a:latin typeface="Rix고딕 M" panose="02020603020101020101" pitchFamily="18" charset="-127"/>
                <a:ea typeface="Rix고딕 M" panose="02020603020101020101" pitchFamily="18" charset="-127"/>
              </a:defRPr>
            </a:lvl1pPr>
          </a:lstStyle>
          <a:p>
            <a:pPr marL="0" indent="0" algn="l">
              <a:spcBef>
                <a:spcPts val="0"/>
              </a:spcBef>
              <a:buClr>
                <a:prstClr val="white"/>
              </a:buClr>
              <a:buNone/>
              <a:defRPr/>
            </a:pPr>
            <a:r>
              <a:rPr lang="en-US" altLang="ko-KR" sz="2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현재 성능 및 편각 정확도 제한요인</a:t>
            </a: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0BA6D15D-AD0B-E851-905B-B2F49AA0522D}"/>
              </a:ext>
            </a:extLst>
          </p:cNvPr>
          <p:cNvSpPr/>
          <p:nvPr/>
        </p:nvSpPr>
        <p:spPr>
          <a:xfrm>
            <a:off x="415924" y="335141"/>
            <a:ext cx="7561412" cy="523220"/>
          </a:xfrm>
          <a:prstGeom prst="rect">
            <a:avLst/>
          </a:prstGeom>
        </p:spPr>
        <p:txBody>
          <a:bodyPr wrap="square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marL="0" lvl="1" indent="-85725" algn="l" latinLnBrk="0">
              <a:spcBef>
                <a:spcPct val="0"/>
              </a:spcBef>
              <a:buClr>
                <a:srgbClr val="008400"/>
              </a:buClr>
              <a:buSzPct val="140000"/>
              <a:tabLst>
                <a:tab pos="5645270" algn="l"/>
              </a:tabLst>
              <a:defRPr/>
            </a:pPr>
            <a:r>
              <a:rPr lang="en-US" altLang="ko-KR" sz="2800" spc="-150" dirty="0"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Monotype Sorts"/>
              </a:rPr>
              <a:t>1. </a:t>
            </a:r>
            <a:r>
              <a:rPr lang="ko-KR" altLang="en-US" sz="2800" spc="-150" dirty="0"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Monotype Sorts"/>
              </a:rPr>
              <a:t>기존</a:t>
            </a:r>
            <a:r>
              <a:rPr lang="en-US" altLang="ko-KR" sz="2800" spc="-150" dirty="0"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Monotype Sorts"/>
              </a:rPr>
              <a:t> </a:t>
            </a:r>
            <a:r>
              <a:rPr lang="ko-KR" altLang="en-US" sz="2800" spc="-150" dirty="0"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Monotype Sorts"/>
              </a:rPr>
              <a:t>성과</a:t>
            </a:r>
            <a:r>
              <a:rPr lang="en-US" altLang="ko-KR" sz="2800" spc="-150" dirty="0"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Monotype Sorts"/>
              </a:rPr>
              <a:t> </a:t>
            </a:r>
            <a:r>
              <a:rPr lang="ko-KR" altLang="en-US" sz="2800" spc="-150" dirty="0"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Monotype Sorts"/>
              </a:rPr>
              <a:t>기반</a:t>
            </a:r>
            <a:r>
              <a:rPr lang="en-US" altLang="ko-KR" sz="2800" spc="-150" dirty="0"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Monotype Sorts"/>
              </a:rPr>
              <a:t> ’25</a:t>
            </a:r>
            <a:r>
              <a:rPr lang="ko-KR" altLang="en-US" sz="2800" spc="-150" dirty="0"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Monotype Sorts"/>
              </a:rPr>
              <a:t>년</a:t>
            </a:r>
            <a:r>
              <a:rPr lang="en-US" altLang="ko-KR" sz="2800" spc="-150" dirty="0"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Monotype Sorts"/>
              </a:rPr>
              <a:t> </a:t>
            </a:r>
            <a:r>
              <a:rPr lang="ko-KR" altLang="en-US" sz="2800" spc="-150" dirty="0"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Monotype Sorts"/>
              </a:rPr>
              <a:t>지자기모델</a:t>
            </a:r>
            <a:r>
              <a:rPr lang="en-US" altLang="ko-KR" sz="2800" spc="-150" dirty="0"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Monotype Sorts"/>
              </a:rPr>
              <a:t> </a:t>
            </a:r>
            <a:r>
              <a:rPr lang="ko-KR" altLang="en-US" sz="2800" spc="-150" dirty="0"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Monotype Sorts"/>
              </a:rPr>
              <a:t>시범</a:t>
            </a:r>
            <a:r>
              <a:rPr lang="en-US" altLang="ko-KR" sz="2800" spc="-150" dirty="0"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Monotype Sorts"/>
              </a:rPr>
              <a:t> </a:t>
            </a:r>
            <a:r>
              <a:rPr lang="ko-KR" altLang="en-US" sz="2800" spc="-150" dirty="0"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Monotype Sorts"/>
              </a:rPr>
              <a:t>구축</a:t>
            </a:r>
          </a:p>
        </p:txBody>
      </p:sp>
      <p:pic>
        <p:nvPicPr>
          <p:cNvPr id="26" name="그림 25">
            <a:extLst>
              <a:ext uri="{FF2B5EF4-FFF2-40B4-BE49-F238E27FC236}">
                <a16:creationId xmlns:a16="http://schemas.microsoft.com/office/drawing/2014/main" id="{15DF71A1-B3EA-C8D9-7F19-979489CDA75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grayscl/>
            <a:lum bright="-40000" contrast="-40000"/>
          </a:blip>
          <a:stretch>
            <a:fillRect/>
          </a:stretch>
        </p:blipFill>
        <p:spPr>
          <a:xfrm>
            <a:off x="473403" y="1236838"/>
            <a:ext cx="432048" cy="417271"/>
          </a:xfrm>
          <a:prstGeom prst="rect">
            <a:avLst/>
          </a:prstGeom>
        </p:spPr>
      </p:pic>
      <p:sp>
        <p:nvSpPr>
          <p:cNvPr id="30" name="Rectangle 29"/>
          <p:cNvSpPr/>
          <p:nvPr/>
        </p:nvSpPr>
        <p:spPr>
          <a:xfrm>
            <a:off x="411480" y="1828800"/>
            <a:ext cx="9079992" cy="603504"/>
          </a:xfrm>
          <a:prstGeom prst="rect">
            <a:avLst/>
          </a:prstGeom>
          <a:solidFill>
            <a:srgbClr val="FDEA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39496" y="1883664"/>
            <a:ext cx="8823960" cy="201168"/>
          </a:xfrm>
          <a:prstGeom prst="rect">
            <a:avLst/>
          </a:prstGeom>
          <a:noFill/>
        </p:spPr>
        <p:txBody>
          <a:bodyPr wrap="square" lIns="18000" rIns="1800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595959"/>
                </a:solidFill>
                <a:latin typeface="KoPub돋움체 Medium"/>
              </a:rPr>
              <a:t>적합에 쓰지 않은 측점에서의 예측오차(Station-LOSO)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9496" y="2084832"/>
            <a:ext cx="8823960" cy="347472"/>
          </a:xfrm>
          <a:prstGeom prst="rect">
            <a:avLst/>
          </a:prstGeom>
          <a:noFill/>
        </p:spPr>
        <p:txBody>
          <a:bodyPr wrap="square" lIns="18000" rIns="1800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A1A1A"/>
                </a:solidFill>
                <a:latin typeface="KoPub돋움체 Bold"/>
              </a:rPr>
              <a:t>총자력은 목표에 근접했고, 편각이 남았다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11480" y="2596896"/>
            <a:ext cx="2892552" cy="841248"/>
          </a:xfrm>
          <a:prstGeom prst="roundRect">
            <a:avLst>
              <a:gd name="adj" fmla="val 14000"/>
            </a:avLst>
          </a:prstGeom>
          <a:solidFill>
            <a:srgbClr val="FDEA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2688336"/>
            <a:ext cx="2892552" cy="402336"/>
          </a:xfrm>
          <a:prstGeom prst="rect">
            <a:avLst/>
          </a:prstGeom>
          <a:noFill/>
        </p:spPr>
        <p:txBody>
          <a:bodyPr wrap="square" lIns="18000" rIns="1800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400" b="1">
                <a:solidFill>
                  <a:srgbClr val="C00000"/>
                </a:solidFill>
                <a:latin typeface="KoPub돋움체 Bold"/>
              </a:rPr>
              <a:t>30′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11480" y="3108960"/>
            <a:ext cx="2892552" cy="274320"/>
          </a:xfrm>
          <a:prstGeom prst="rect">
            <a:avLst/>
          </a:prstGeom>
          <a:noFill/>
        </p:spPr>
        <p:txBody>
          <a:bodyPr wrap="square" lIns="18000" rIns="1800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>
                <a:solidFill>
                  <a:srgbClr val="595959"/>
                </a:solidFill>
                <a:latin typeface="KoPub돋움체 Medium"/>
              </a:rPr>
              <a:t>편각 D  |  목표 6′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505200" y="2596896"/>
            <a:ext cx="2892552" cy="841248"/>
          </a:xfrm>
          <a:prstGeom prst="roundRect">
            <a:avLst>
              <a:gd name="adj" fmla="val 14000"/>
            </a:avLst>
          </a:prstGeom>
          <a:solidFill>
            <a:srgbClr val="FDEA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505200" y="2688336"/>
            <a:ext cx="2892552" cy="402336"/>
          </a:xfrm>
          <a:prstGeom prst="rect">
            <a:avLst/>
          </a:prstGeom>
          <a:noFill/>
        </p:spPr>
        <p:txBody>
          <a:bodyPr wrap="square" lIns="18000" rIns="1800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400" b="1">
                <a:solidFill>
                  <a:srgbClr val="C00000"/>
                </a:solidFill>
                <a:latin typeface="KoPub돋움체 Bold"/>
              </a:rPr>
              <a:t>63 nT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05200" y="3108960"/>
            <a:ext cx="2892552" cy="274320"/>
          </a:xfrm>
          <a:prstGeom prst="rect">
            <a:avLst/>
          </a:prstGeom>
          <a:noFill/>
        </p:spPr>
        <p:txBody>
          <a:bodyPr wrap="square" lIns="18000" rIns="1800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>
                <a:solidFill>
                  <a:srgbClr val="595959"/>
                </a:solidFill>
                <a:latin typeface="KoPub돋움체 Medium"/>
              </a:rPr>
              <a:t>총자력 F  |  목표 50 nT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598920" y="2596896"/>
            <a:ext cx="2892552" cy="841248"/>
          </a:xfrm>
          <a:prstGeom prst="roundRect">
            <a:avLst>
              <a:gd name="adj" fmla="val 14000"/>
            </a:avLst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598920" y="2688336"/>
            <a:ext cx="2892552" cy="402336"/>
          </a:xfrm>
          <a:prstGeom prst="rect">
            <a:avLst/>
          </a:prstGeom>
          <a:noFill/>
        </p:spPr>
        <p:txBody>
          <a:bodyPr wrap="square" lIns="18000" rIns="1800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400" b="1">
                <a:solidFill>
                  <a:srgbClr val="2F5497"/>
                </a:solidFill>
                <a:latin typeface="KoPub돋움체 Bold"/>
              </a:rPr>
              <a:t>15′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598920" y="3108960"/>
            <a:ext cx="2892552" cy="274320"/>
          </a:xfrm>
          <a:prstGeom prst="rect">
            <a:avLst/>
          </a:prstGeom>
          <a:noFill/>
        </p:spPr>
        <p:txBody>
          <a:bodyPr wrap="square" lIns="18000" rIns="1800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>
                <a:solidFill>
                  <a:srgbClr val="595959"/>
                </a:solidFill>
                <a:latin typeface="KoPub돋움체 Medium"/>
              </a:rPr>
              <a:t>복각 I  |  별도 목표 없음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11480" y="3639312"/>
            <a:ext cx="9079992" cy="310896"/>
          </a:xfrm>
          <a:prstGeom prst="rect">
            <a:avLst/>
          </a:prstGeom>
          <a:solidFill>
            <a:srgbClr val="2F54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02920" y="3657600"/>
            <a:ext cx="2232781" cy="310896"/>
          </a:xfrm>
          <a:prstGeom prst="rect">
            <a:avLst/>
          </a:prstGeom>
          <a:noFill/>
        </p:spPr>
        <p:txBody>
          <a:bodyPr wrap="square" lIns="18000" rIns="1800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FFFFFF"/>
                </a:solidFill>
                <a:latin typeface="KoPub돋움체 Bold"/>
              </a:rPr>
              <a:t>검정한 가설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863717" y="3657600"/>
            <a:ext cx="4956779" cy="310896"/>
          </a:xfrm>
          <a:prstGeom prst="rect">
            <a:avLst/>
          </a:prstGeom>
          <a:noFill/>
        </p:spPr>
        <p:txBody>
          <a:bodyPr wrap="square" lIns="18000" rIns="1800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FFFFFF"/>
                </a:solidFill>
                <a:latin typeface="KoPub돋움체 Bold"/>
              </a:rPr>
              <a:t>결과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948513" y="3657600"/>
            <a:ext cx="1506382" cy="310896"/>
          </a:xfrm>
          <a:prstGeom prst="rect">
            <a:avLst/>
          </a:prstGeom>
          <a:noFill/>
        </p:spPr>
        <p:txBody>
          <a:bodyPr wrap="square" lIns="18000" rIns="1800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FFFFFF"/>
                </a:solidFill>
                <a:latin typeface="KoPub돋움체 Bold"/>
              </a:rPr>
              <a:t>판정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11480" y="3950208"/>
            <a:ext cx="9079992" cy="292608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02920" y="3977640"/>
            <a:ext cx="2232781" cy="292608"/>
          </a:xfrm>
          <a:prstGeom prst="rect">
            <a:avLst/>
          </a:prstGeom>
          <a:noFill/>
        </p:spPr>
        <p:txBody>
          <a:bodyPr wrap="square" lIns="18000" rIns="1800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1A1A1A"/>
                </a:solidFill>
                <a:latin typeface="KoPub돋움체 Bold"/>
              </a:rPr>
              <a:t>IGRF 구현 오류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863717" y="3977640"/>
            <a:ext cx="4956779" cy="292608"/>
          </a:xfrm>
          <a:prstGeom prst="rect">
            <a:avLst/>
          </a:prstGeom>
          <a:noFill/>
        </p:spPr>
        <p:txBody>
          <a:bodyPr wrap="square" lIns="18000" rIns="1800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1A1A1A"/>
                </a:solidFill>
                <a:latin typeface="KoPub돋움체 Medium"/>
              </a:rPr>
              <a:t>공식 계산기와 표시 자릿수 내 일치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948513" y="3977640"/>
            <a:ext cx="1506382" cy="292608"/>
          </a:xfrm>
          <a:prstGeom prst="rect">
            <a:avLst/>
          </a:prstGeom>
          <a:noFill/>
        </p:spPr>
        <p:txBody>
          <a:bodyPr wrap="square" lIns="18000" rIns="1800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1A1A1A"/>
                </a:solidFill>
                <a:latin typeface="KoPub돋움체 Medium"/>
              </a:rPr>
              <a:t>배제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02920" y="4270248"/>
            <a:ext cx="2232781" cy="292608"/>
          </a:xfrm>
          <a:prstGeom prst="rect">
            <a:avLst/>
          </a:prstGeom>
          <a:noFill/>
        </p:spPr>
        <p:txBody>
          <a:bodyPr wrap="square" lIns="18000" rIns="1800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1A1A1A"/>
                </a:solidFill>
                <a:latin typeface="KoPub돋움체 Bold"/>
              </a:rPr>
              <a:t>Regional 차수 부족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863717" y="4270248"/>
            <a:ext cx="4956779" cy="292608"/>
          </a:xfrm>
          <a:prstGeom prst="rect">
            <a:avLst/>
          </a:prstGeom>
          <a:noFill/>
        </p:spPr>
        <p:txBody>
          <a:bodyPr wrap="square" lIns="18000" rIns="1800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1A1A1A"/>
                </a:solidFill>
                <a:latin typeface="KoPub돋움체 Medium"/>
              </a:rPr>
              <a:t>1차·2차가 상수항보다 나쁨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948513" y="4270248"/>
            <a:ext cx="1506382" cy="292608"/>
          </a:xfrm>
          <a:prstGeom prst="rect">
            <a:avLst/>
          </a:prstGeom>
          <a:noFill/>
        </p:spPr>
        <p:txBody>
          <a:bodyPr wrap="square" lIns="18000" rIns="1800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1A1A1A"/>
                </a:solidFill>
                <a:latin typeface="KoPub돋움체 Medium"/>
              </a:rPr>
              <a:t>배제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11480" y="4535424"/>
            <a:ext cx="9079992" cy="292608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02920" y="4562856"/>
            <a:ext cx="2232781" cy="292608"/>
          </a:xfrm>
          <a:prstGeom prst="rect">
            <a:avLst/>
          </a:prstGeom>
          <a:noFill/>
        </p:spPr>
        <p:txBody>
          <a:bodyPr wrap="square" lIns="18000" rIns="1800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1A1A1A"/>
                </a:solidFill>
                <a:latin typeface="KoPub돋움체 Bold"/>
              </a:rPr>
              <a:t>지역 영년변화 항 누락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863717" y="4562856"/>
            <a:ext cx="4956779" cy="292608"/>
          </a:xfrm>
          <a:prstGeom prst="rect">
            <a:avLst/>
          </a:prstGeom>
          <a:noFill/>
        </p:spPr>
        <p:txBody>
          <a:bodyPr wrap="square" lIns="18000" rIns="1800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1A1A1A"/>
                </a:solidFill>
                <a:latin typeface="KoPub돋움체 Medium"/>
              </a:rPr>
              <a:t>시간항 추가 시 오히려 악화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948513" y="4562856"/>
            <a:ext cx="1506382" cy="292608"/>
          </a:xfrm>
          <a:prstGeom prst="rect">
            <a:avLst/>
          </a:prstGeom>
          <a:noFill/>
        </p:spPr>
        <p:txBody>
          <a:bodyPr wrap="square" lIns="18000" rIns="1800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1A1A1A"/>
                </a:solidFill>
                <a:latin typeface="KoPub돋움체 Medium"/>
              </a:rPr>
              <a:t>배제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02920" y="4855464"/>
            <a:ext cx="2232781" cy="292608"/>
          </a:xfrm>
          <a:prstGeom prst="rect">
            <a:avLst/>
          </a:prstGeom>
          <a:noFill/>
        </p:spPr>
        <p:txBody>
          <a:bodyPr wrap="square" lIns="18000" rIns="1800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1A1A1A"/>
                </a:solidFill>
                <a:latin typeface="KoPub돋움체 Bold"/>
              </a:rPr>
              <a:t>단일 관측소 외부장 보정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863717" y="4855464"/>
            <a:ext cx="4956779" cy="292608"/>
          </a:xfrm>
          <a:prstGeom prst="rect">
            <a:avLst/>
          </a:prstGeom>
          <a:noFill/>
        </p:spPr>
        <p:txBody>
          <a:bodyPr wrap="square" lIns="18000" rIns="1800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1A1A1A"/>
                </a:solidFill>
                <a:latin typeface="KoPub돋움체 Medium"/>
              </a:rPr>
              <a:t>청양 단독·최근접 모두 기준선보다 나쁨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948513" y="4855464"/>
            <a:ext cx="1506382" cy="292608"/>
          </a:xfrm>
          <a:prstGeom prst="rect">
            <a:avLst/>
          </a:prstGeom>
          <a:noFill/>
        </p:spPr>
        <p:txBody>
          <a:bodyPr wrap="square" lIns="18000" rIns="1800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1A1A1A"/>
                </a:solidFill>
                <a:latin typeface="KoPub돋움체 Medium"/>
              </a:rPr>
              <a:t>배제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11480" y="5120640"/>
            <a:ext cx="9079992" cy="292608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02920" y="5148072"/>
            <a:ext cx="2232781" cy="292608"/>
          </a:xfrm>
          <a:prstGeom prst="rect">
            <a:avLst/>
          </a:prstGeom>
          <a:noFill/>
        </p:spPr>
        <p:txBody>
          <a:bodyPr wrap="square" lIns="18000" rIns="1800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1A1A1A"/>
                </a:solidFill>
                <a:latin typeface="KoPub돋움체 Bold"/>
              </a:rPr>
              <a:t>지각 결합계수 오류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863717" y="5148072"/>
            <a:ext cx="4956779" cy="292608"/>
          </a:xfrm>
          <a:prstGeom prst="rect">
            <a:avLst/>
          </a:prstGeom>
          <a:noFill/>
        </p:spPr>
        <p:txBody>
          <a:bodyPr wrap="square" lIns="18000" rIns="1800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1A1A1A"/>
                </a:solidFill>
                <a:latin typeface="KoPub돋움체 Medium"/>
              </a:rPr>
              <a:t>계수 자유추정은 과적합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948513" y="5148072"/>
            <a:ext cx="1506382" cy="292608"/>
          </a:xfrm>
          <a:prstGeom prst="rect">
            <a:avLst/>
          </a:prstGeom>
          <a:noFill/>
        </p:spPr>
        <p:txBody>
          <a:bodyPr wrap="square" lIns="18000" rIns="1800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1A1A1A"/>
                </a:solidFill>
                <a:latin typeface="KoPub돋움체 Medium"/>
              </a:rPr>
              <a:t>배제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11480" y="3639312"/>
            <a:ext cx="9079992" cy="1773936"/>
          </a:xfrm>
          <a:prstGeom prst="rect">
            <a:avLst/>
          </a:prstGeom>
          <a:noFill/>
          <a:ln w="9525">
            <a:solidFill>
              <a:srgbClr val="BFCB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ounded Rectangle 64"/>
          <p:cNvSpPr/>
          <p:nvPr/>
        </p:nvSpPr>
        <p:spPr>
          <a:xfrm>
            <a:off x="411480" y="5577840"/>
            <a:ext cx="4430268" cy="786384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ounded Rectangle 65"/>
          <p:cNvSpPr/>
          <p:nvPr/>
        </p:nvSpPr>
        <p:spPr>
          <a:xfrm>
            <a:off x="576072" y="5440680"/>
            <a:ext cx="2011680" cy="274320"/>
          </a:xfrm>
          <a:prstGeom prst="roundRect">
            <a:avLst>
              <a:gd name="adj" fmla="val 14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76072" y="5458968"/>
            <a:ext cx="2011680" cy="274320"/>
          </a:xfrm>
          <a:prstGeom prst="rect">
            <a:avLst/>
          </a:prstGeom>
          <a:noFill/>
        </p:spPr>
        <p:txBody>
          <a:bodyPr wrap="square" lIns="18000" rIns="1800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KoPub돋움체 Bold"/>
              </a:rPr>
              <a:t>남은 요인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30936" y="5797296"/>
            <a:ext cx="3991356" cy="530352"/>
          </a:xfrm>
          <a:prstGeom prst="rect">
            <a:avLst/>
          </a:prstGeom>
          <a:noFill/>
        </p:spPr>
        <p:txBody>
          <a:bodyPr wrap="square" lIns="18000" rIns="1800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>
                <a:solidFill>
                  <a:srgbClr val="1A1A1A"/>
                </a:solidFill>
                <a:latin typeface="KoPub돋움체 Medium"/>
              </a:rPr>
              <a:t>① 기존 반복측량의 편각 계통오차(장비·방위표지·측점 이설)</a:t>
            </a:r>
          </a:p>
          <a:p>
            <a:pPr algn="l">
              <a:lnSpc>
                <a:spcPct val="135000"/>
              </a:lnSpc>
            </a:pPr>
            <a:r>
              <a:rPr sz="1050" b="0">
                <a:solidFill>
                  <a:srgbClr val="1A1A1A"/>
                </a:solidFill>
                <a:latin typeface="KoPub돋움체 Medium"/>
              </a:rPr>
              <a:t>② 지각 벡터 미반영  ③ 측점 16개라는 공간 밀도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5061204" y="5577840"/>
            <a:ext cx="4430268" cy="786384"/>
          </a:xfrm>
          <a:prstGeom prst="roundRect">
            <a:avLst>
              <a:gd name="adj" fmla="val 14000"/>
            </a:avLst>
          </a:prstGeom>
          <a:solidFill>
            <a:srgbClr val="F2F5F9"/>
          </a:solidFill>
          <a:ln w="9525">
            <a:solidFill>
              <a:srgbClr val="BFCB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5244084" y="5705856"/>
            <a:ext cx="4064508" cy="237744"/>
          </a:xfrm>
          <a:prstGeom prst="rect">
            <a:avLst/>
          </a:prstGeom>
          <a:noFill/>
        </p:spPr>
        <p:txBody>
          <a:bodyPr wrap="square" lIns="18000" rIns="1800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F5497"/>
                </a:solidFill>
                <a:latin typeface="KoPub돋움체 Bold"/>
              </a:rPr>
              <a:t>이 단계의 결론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244084" y="5943600"/>
            <a:ext cx="4064508" cy="402336"/>
          </a:xfrm>
          <a:prstGeom prst="rect">
            <a:avLst/>
          </a:prstGeom>
          <a:noFill/>
        </p:spPr>
        <p:txBody>
          <a:bodyPr wrap="square" lIns="18000" rIns="1800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1A1A1A"/>
                </a:solidFill>
                <a:latin typeface="KoPub돋움체 Medium"/>
              </a:rPr>
              <a:t>「미달」이 아니라 「특정」이다 — 무엇을 고치면 무엇이 좋아지는지가 정해졌다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E0FA13FB-E74A-588D-C346-FF3F300A44E7}"/>
              </a:ext>
            </a:extLst>
          </p:cNvPr>
          <p:cNvSpPr/>
          <p:nvPr/>
        </p:nvSpPr>
        <p:spPr>
          <a:xfrm>
            <a:off x="310951" y="1084577"/>
            <a:ext cx="5147747" cy="437381"/>
          </a:xfrm>
          <a:prstGeom prst="roundRect">
            <a:avLst>
              <a:gd name="adj" fmla="val 50000"/>
            </a:avLst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defTabSz="803546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sz="1600" dirty="0">
              <a:solidFill>
                <a:prstClr val="white"/>
              </a:solidFill>
              <a:latin typeface="맑은 고딕" panose="020F0502020204030204"/>
              <a:ea typeface="맑은 고딕" panose="020B0503020000020004" pitchFamily="50" charset="-127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8C8DCFFB-03DC-4CFF-2C0B-CF0927FB028F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grayscl/>
            <a:lum bright="-40000" contrast="-40000"/>
          </a:blip>
          <a:stretch>
            <a:fillRect/>
          </a:stretch>
        </p:blipFill>
        <p:spPr>
          <a:xfrm>
            <a:off x="483021" y="1144975"/>
            <a:ext cx="344939" cy="333141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D3D1C21-414F-0E6B-6F3D-EC6FE008943D}"/>
              </a:ext>
            </a:extLst>
          </p:cNvPr>
          <p:cNvSpPr txBox="1"/>
          <p:nvPr/>
        </p:nvSpPr>
        <p:spPr>
          <a:xfrm>
            <a:off x="816801" y="1090008"/>
            <a:ext cx="5432343" cy="400110"/>
          </a:xfrm>
          <a:prstGeom prst="rect">
            <a:avLst/>
          </a:prstGeom>
        </p:spPr>
        <p:txBody>
          <a:bodyPr wrap="square">
            <a:spAutoFit/>
            <a:scene3d>
              <a:camera prst="orthographicFront"/>
              <a:lightRig rig="threePt" dir="t"/>
            </a:scene3d>
            <a:sp3d>
              <a:bevelT w="0"/>
            </a:sp3d>
          </a:bodyPr>
          <a:lstStyle>
            <a:defPPr>
              <a:defRPr lang="ko-KR"/>
            </a:defPPr>
            <a:lvl1pPr marL="92075" indent="-92075" defTabSz="1043056" latinLnBrk="0">
              <a:spcBef>
                <a:spcPts val="200"/>
              </a:spcBef>
              <a:buFont typeface="Arial" panose="020B0604020202020204" pitchFamily="34" charset="0"/>
              <a:buChar char="•"/>
              <a:defRPr sz="800" kern="0" spc="-100">
                <a:solidFill>
                  <a:schemeClr val="tx1">
                    <a:lumMod val="75000"/>
                    <a:lumOff val="25000"/>
                  </a:schemeClr>
                </a:solidFill>
                <a:latin typeface="Rix고딕 M" panose="02020603020101020101" pitchFamily="18" charset="-127"/>
                <a:ea typeface="Rix고딕 M" panose="02020603020101020101" pitchFamily="18" charset="-127"/>
              </a:defRPr>
            </a:lvl1pPr>
          </a:lstStyle>
          <a:p>
            <a:pPr marL="0" lvl="1" algn="l" defTabSz="1043056">
              <a:spcBef>
                <a:spcPts val="0"/>
              </a:spcBef>
              <a:spcAft>
                <a:spcPts val="0"/>
              </a:spcAft>
              <a:buClr>
                <a:schemeClr val="tx1">
                  <a:lumMod val="65000"/>
                  <a:lumOff val="35000"/>
                </a:schemeClr>
              </a:buClr>
              <a:buSzPct val="100000"/>
              <a:tabLst>
                <a:tab pos="5645270" algn="l"/>
              </a:tabLst>
              <a:defRPr/>
            </a:pPr>
            <a:r>
              <a:rPr lang="ko-KR" altLang="en-US" sz="2000" b="1" kern="0" spc="-100" dirty="0">
                <a:solidFill>
                  <a:srgbClr val="FF0000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지자기모델 검증 및 보완 방향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E3F9181E-F760-EC42-F549-976A69C2B870}"/>
              </a:ext>
            </a:extLst>
          </p:cNvPr>
          <p:cNvSpPr/>
          <p:nvPr/>
        </p:nvSpPr>
        <p:spPr>
          <a:xfrm>
            <a:off x="415925" y="335141"/>
            <a:ext cx="7777436" cy="523220"/>
          </a:xfrm>
          <a:prstGeom prst="rect">
            <a:avLst/>
          </a:prstGeom>
        </p:spPr>
        <p:txBody>
          <a:bodyPr wrap="square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marL="0" lvl="1" indent="-85725" algn="l" latinLnBrk="0">
              <a:spcBef>
                <a:spcPct val="0"/>
              </a:spcBef>
              <a:buClr>
                <a:srgbClr val="008400"/>
              </a:buClr>
              <a:buSzPct val="140000"/>
              <a:tabLst>
                <a:tab pos="5645270" algn="l"/>
              </a:tabLst>
              <a:defRPr/>
            </a:pPr>
            <a:r>
              <a:rPr lang="en-US" altLang="ko-KR" sz="2800" spc="-150" dirty="0"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sym typeface="Monotype Sorts"/>
              </a:rPr>
              <a:t>3. 지자기모델 고도화 방안</a:t>
            </a:r>
            <a:endParaRPr lang="ko-KR" altLang="en-US" sz="2800" spc="-150" dirty="0">
              <a:solidFill>
                <a:schemeClr val="bg1"/>
              </a:solidFill>
              <a:latin typeface="KoPub돋움체 Bold" panose="02020603020101020101" pitchFamily="18" charset="-127"/>
              <a:ea typeface="KoPub돋움체 Bold" panose="02020603020101020101" pitchFamily="18" charset="-127"/>
              <a:sym typeface="Monotype Sorts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411480" y="1828800"/>
            <a:ext cx="9079992" cy="658368"/>
          </a:xfrm>
          <a:prstGeom prst="rect">
            <a:avLst/>
          </a:prstGeom>
          <a:solidFill>
            <a:srgbClr val="FDEA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9496" y="1883664"/>
            <a:ext cx="8823960" cy="201168"/>
          </a:xfrm>
          <a:prstGeom prst="rect">
            <a:avLst/>
          </a:prstGeom>
          <a:noFill/>
        </p:spPr>
        <p:txBody>
          <a:bodyPr wrap="square" lIns="18000" rIns="1800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595959"/>
                </a:solidFill>
                <a:latin typeface="KoPub돋움체 Medium"/>
              </a:rPr>
              <a:t>LMM 모델 추후 진행 방향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9496" y="2084832"/>
            <a:ext cx="8823960" cy="347472"/>
          </a:xfrm>
          <a:prstGeom prst="rect">
            <a:avLst/>
          </a:prstGeom>
          <a:noFill/>
        </p:spPr>
        <p:txBody>
          <a:bodyPr wrap="square" lIns="18000" rIns="1800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A1A1A"/>
                </a:solidFill>
                <a:latin typeface="KoPub돋움체 Bold"/>
              </a:rPr>
              <a:t>입력자료 보강 → 모델 고도화 → 독립검증·갱신주기 순으로 진행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2670048"/>
            <a:ext cx="2935224" cy="2066543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BFCB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11480" y="2670048"/>
            <a:ext cx="2935224" cy="384048"/>
          </a:xfrm>
          <a:prstGeom prst="roundRect">
            <a:avLst>
              <a:gd name="adj" fmla="val 14000"/>
            </a:avLst>
          </a:prstGeom>
          <a:solidFill>
            <a:srgbClr val="2F54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1480" y="2889504"/>
            <a:ext cx="2935224" cy="164592"/>
          </a:xfrm>
          <a:prstGeom prst="rect">
            <a:avLst/>
          </a:prstGeom>
          <a:solidFill>
            <a:srgbClr val="2F54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21208" y="2706624"/>
            <a:ext cx="2715768" cy="310896"/>
          </a:xfrm>
          <a:prstGeom prst="rect">
            <a:avLst/>
          </a:prstGeom>
          <a:noFill/>
        </p:spPr>
        <p:txBody>
          <a:bodyPr wrap="square" lIns="18000" rIns="1800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KoPub돋움체 Bold"/>
              </a:rPr>
              <a:t>1단계   입력자료 보강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7784" y="3127248"/>
            <a:ext cx="2642616" cy="201168"/>
          </a:xfrm>
          <a:prstGeom prst="rect">
            <a:avLst/>
          </a:prstGeom>
          <a:noFill/>
        </p:spPr>
        <p:txBody>
          <a:bodyPr wrap="square" lIns="18000" rIns="1800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595959"/>
                </a:solidFill>
                <a:latin typeface="KoPub돋움체 Bold"/>
              </a:rPr>
              <a:t>’26.9~10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7784" y="3383280"/>
            <a:ext cx="2642616" cy="1280160"/>
          </a:xfrm>
          <a:prstGeom prst="rect">
            <a:avLst/>
          </a:prstGeom>
          <a:noFill/>
        </p:spPr>
        <p:txBody>
          <a:bodyPr wrap="square" lIns="18000" rIns="1800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050" b="0">
                <a:solidFill>
                  <a:srgbClr val="1A1A1A"/>
                </a:solidFill>
                <a:latin typeface="KoPub돋움체 Medium"/>
              </a:rPr>
              <a:t>· 잔차 큰 측점 재측정 · 방위표지 고정</a:t>
            </a:r>
          </a:p>
          <a:p>
            <a:pPr algn="l">
              <a:lnSpc>
                <a:spcPct val="145000"/>
              </a:lnSpc>
            </a:pPr>
            <a:r>
              <a:rPr sz="1050" b="0">
                <a:solidFill>
                  <a:srgbClr val="1A1A1A"/>
                </a:solidFill>
                <a:latin typeface="KoPub돋움체 Medium"/>
              </a:rPr>
              <a:t>· 야장에만 있는 성과 17건 검증 투입</a:t>
            </a:r>
          </a:p>
          <a:p>
            <a:pPr algn="l">
              <a:lnSpc>
                <a:spcPct val="145000"/>
              </a:lnSpc>
            </a:pPr>
            <a:r>
              <a:rPr sz="1050" b="0">
                <a:solidFill>
                  <a:srgbClr val="1A1A1A"/>
                </a:solidFill>
                <a:latin typeface="KoPub돋움체 Medium"/>
              </a:rPr>
              <a:t>· 목표: 반복관측점 16점 → 20점 이상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55848" y="3401568"/>
            <a:ext cx="128016" cy="274320"/>
          </a:xfrm>
          <a:prstGeom prst="rect">
            <a:avLst/>
          </a:prstGeom>
          <a:noFill/>
        </p:spPr>
        <p:txBody>
          <a:bodyPr wrap="square" lIns="18000" rIns="1800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2F5497"/>
                </a:solidFill>
                <a:latin typeface="KoPub돋움체 Bold"/>
              </a:rPr>
              <a:t>▶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83864" y="2670048"/>
            <a:ext cx="2935224" cy="2066543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BFCB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483864" y="2670048"/>
            <a:ext cx="2935224" cy="384048"/>
          </a:xfrm>
          <a:prstGeom prst="roundRect">
            <a:avLst>
              <a:gd name="adj" fmla="val 14000"/>
            </a:avLst>
          </a:prstGeom>
          <a:solidFill>
            <a:srgbClr val="2F54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483864" y="2889504"/>
            <a:ext cx="2935224" cy="164592"/>
          </a:xfrm>
          <a:prstGeom prst="rect">
            <a:avLst/>
          </a:prstGeom>
          <a:solidFill>
            <a:srgbClr val="2F54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93592" y="2706624"/>
            <a:ext cx="2715768" cy="310896"/>
          </a:xfrm>
          <a:prstGeom prst="rect">
            <a:avLst/>
          </a:prstGeom>
          <a:noFill/>
        </p:spPr>
        <p:txBody>
          <a:bodyPr wrap="square" lIns="18000" rIns="1800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KoPub돋움체 Bold"/>
              </a:rPr>
              <a:t>2단계   모델 고도화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30168" y="3127248"/>
            <a:ext cx="2642616" cy="201168"/>
          </a:xfrm>
          <a:prstGeom prst="rect">
            <a:avLst/>
          </a:prstGeom>
          <a:noFill/>
        </p:spPr>
        <p:txBody>
          <a:bodyPr wrap="square" lIns="18000" rIns="1800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595959"/>
                </a:solidFill>
                <a:latin typeface="KoPub돋움체 Bold"/>
              </a:rPr>
              <a:t>’26.10~11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30168" y="3383280"/>
            <a:ext cx="2642616" cy="1280160"/>
          </a:xfrm>
          <a:prstGeom prst="rect">
            <a:avLst/>
          </a:prstGeom>
          <a:noFill/>
        </p:spPr>
        <p:txBody>
          <a:bodyPr wrap="square" lIns="18000" rIns="1800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050" b="0">
                <a:solidFill>
                  <a:srgbClr val="1A1A1A"/>
                </a:solidFill>
                <a:latin typeface="KoPub돋움체 Medium"/>
              </a:rPr>
              <a:t>· 상시관측 4개소 공간투영(NOC)</a:t>
            </a:r>
          </a:p>
          <a:p>
            <a:pPr algn="l">
              <a:lnSpc>
                <a:spcPct val="145000"/>
              </a:lnSpc>
            </a:pPr>
            <a:r>
              <a:rPr sz="1050" b="0">
                <a:solidFill>
                  <a:srgbClr val="1A1A1A"/>
                </a:solidFill>
                <a:latin typeface="KoPub돋움체 Medium"/>
              </a:rPr>
              <a:t>· 잔차면 모델링 · 다항식 차수 재선정</a:t>
            </a:r>
          </a:p>
          <a:p>
            <a:pPr algn="l">
              <a:lnSpc>
                <a:spcPct val="145000"/>
              </a:lnSpc>
            </a:pPr>
            <a:r>
              <a:rPr sz="1050" b="0">
                <a:solidFill>
                  <a:srgbClr val="1A1A1A"/>
                </a:solidFill>
                <a:latin typeface="KoPub돋움체 Medium"/>
              </a:rPr>
              <a:t>· 지각 자기이상 진폭 보정 검토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28232" y="3401568"/>
            <a:ext cx="128016" cy="274320"/>
          </a:xfrm>
          <a:prstGeom prst="rect">
            <a:avLst/>
          </a:prstGeom>
          <a:noFill/>
        </p:spPr>
        <p:txBody>
          <a:bodyPr wrap="square" lIns="18000" rIns="1800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2F5497"/>
                </a:solidFill>
                <a:latin typeface="KoPub돋움체 Bold"/>
              </a:rPr>
              <a:t>▶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56248" y="2670048"/>
            <a:ext cx="2935224" cy="2066543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BFCB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556248" y="2670048"/>
            <a:ext cx="2935224" cy="384048"/>
          </a:xfrm>
          <a:prstGeom prst="roundRect">
            <a:avLst>
              <a:gd name="adj" fmla="val 14000"/>
            </a:avLst>
          </a:prstGeom>
          <a:solidFill>
            <a:srgbClr val="2F54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556248" y="2889504"/>
            <a:ext cx="2935224" cy="164592"/>
          </a:xfrm>
          <a:prstGeom prst="rect">
            <a:avLst/>
          </a:prstGeom>
          <a:solidFill>
            <a:srgbClr val="2F54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65976" y="2706624"/>
            <a:ext cx="2715768" cy="310896"/>
          </a:xfrm>
          <a:prstGeom prst="rect">
            <a:avLst/>
          </a:prstGeom>
          <a:noFill/>
        </p:spPr>
        <p:txBody>
          <a:bodyPr wrap="square" lIns="18000" rIns="1800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KoPub돋움체 Bold"/>
              </a:rPr>
              <a:t>3단계   검증 · 갱신체계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02552" y="3127248"/>
            <a:ext cx="2642616" cy="201168"/>
          </a:xfrm>
          <a:prstGeom prst="rect">
            <a:avLst/>
          </a:prstGeom>
          <a:noFill/>
        </p:spPr>
        <p:txBody>
          <a:bodyPr wrap="square" lIns="18000" rIns="1800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595959"/>
                </a:solidFill>
                <a:latin typeface="KoPub돋움체 Bold"/>
              </a:rPr>
              <a:t>’26.11~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02552" y="3383280"/>
            <a:ext cx="2642616" cy="1280160"/>
          </a:xfrm>
          <a:prstGeom prst="rect">
            <a:avLst/>
          </a:prstGeom>
          <a:noFill/>
        </p:spPr>
        <p:txBody>
          <a:bodyPr wrap="square" lIns="18000" rIns="1800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050" b="0">
                <a:solidFill>
                  <a:srgbClr val="1A1A1A"/>
                </a:solidFill>
                <a:latin typeface="KoPub돋움체 Medium"/>
              </a:rPr>
              <a:t>· 적합에 쓰지 않은 독립 측점 검증</a:t>
            </a:r>
          </a:p>
          <a:p>
            <a:pPr algn="l">
              <a:lnSpc>
                <a:spcPct val="145000"/>
              </a:lnSpc>
            </a:pPr>
            <a:r>
              <a:rPr sz="1050" b="0">
                <a:solidFill>
                  <a:srgbClr val="1A1A1A"/>
                </a:solidFill>
                <a:latin typeface="KoPub돋움체 Medium"/>
              </a:rPr>
              <a:t>· 5년 갱신주기 연계 재계산 절차</a:t>
            </a:r>
          </a:p>
          <a:p>
            <a:pPr algn="l">
              <a:lnSpc>
                <a:spcPct val="145000"/>
              </a:lnSpc>
            </a:pPr>
            <a:r>
              <a:rPr sz="1050" b="0">
                <a:solidFill>
                  <a:srgbClr val="1A1A1A"/>
                </a:solidFill>
                <a:latin typeface="KoPub돋움체 Medium"/>
              </a:rPr>
              <a:t>· 도엽별 자침편차 산출 · 서비스 연계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11480" y="4919472"/>
            <a:ext cx="4430268" cy="914400"/>
          </a:xfrm>
          <a:prstGeom prst="roundRect">
            <a:avLst>
              <a:gd name="adj" fmla="val 14000"/>
            </a:avLst>
          </a:prstGeom>
          <a:solidFill>
            <a:srgbClr val="F2F5F9"/>
          </a:solidFill>
          <a:ln w="9525">
            <a:solidFill>
              <a:srgbClr val="BFCB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94360" y="5029200"/>
            <a:ext cx="4064508" cy="219456"/>
          </a:xfrm>
          <a:prstGeom prst="rect">
            <a:avLst/>
          </a:prstGeom>
          <a:noFill/>
        </p:spPr>
        <p:txBody>
          <a:bodyPr wrap="square" lIns="18000" rIns="1800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F5497"/>
                </a:solidFill>
                <a:latin typeface="KoPub돋움체 Bold"/>
              </a:rPr>
              <a:t>단계 이행 판정기준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360" y="5285232"/>
            <a:ext cx="4064508" cy="475488"/>
          </a:xfrm>
          <a:prstGeom prst="rect">
            <a:avLst/>
          </a:prstGeom>
          <a:noFill/>
        </p:spPr>
        <p:txBody>
          <a:bodyPr wrap="square" lIns="18000" rIns="1800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1A1A1A"/>
                </a:solidFill>
                <a:latin typeface="KoPub돋움체 Medium"/>
              </a:rPr>
              <a:t>편각 잔차 10′ 이하 → 정식 산출 검토 · 10~20′ → 부분 재측정 · 20′ 초과 → 방위 기준 재결정 (현재 28.9′)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061204" y="4919472"/>
            <a:ext cx="4430268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244084" y="5029200"/>
            <a:ext cx="4064508" cy="219456"/>
          </a:xfrm>
          <a:prstGeom prst="rect">
            <a:avLst/>
          </a:prstGeom>
          <a:noFill/>
        </p:spPr>
        <p:txBody>
          <a:bodyPr wrap="square" lIns="18000" rIns="1800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C00000"/>
                </a:solidFill>
                <a:latin typeface="KoPub돋움체 Bold"/>
              </a:rPr>
              <a:t>제약 사항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244084" y="5285232"/>
            <a:ext cx="4064508" cy="475488"/>
          </a:xfrm>
          <a:prstGeom prst="rect">
            <a:avLst/>
          </a:prstGeom>
          <a:noFill/>
        </p:spPr>
        <p:txBody>
          <a:bodyPr wrap="square" lIns="18000" rIns="1800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1A1A1A"/>
                </a:solidFill>
                <a:latin typeface="KoPub돋움체 Medium"/>
              </a:rPr>
              <a:t>항공자력 원측선 자료 부재 — 지각축 해상도 개선은 신규 자력측량 여부에 좌우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4_디자인 사용자 지정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 rtlCol="0" anchor="ctr">
        <a:noAutofit/>
      </a:bodyPr>
      <a:lstStyle>
        <a:defPPr algn="l">
          <a:defRPr smtClean="0">
            <a:latin typeface="나눔고딕" panose="020D0604000000000000" pitchFamily="50" charset="-127"/>
            <a:ea typeface="나눔고딕" panose="020D0604000000000000" pitchFamily="50" charset="-127"/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none" rtlCol="0">
        <a:spAutoFit/>
      </a:bodyPr>
      <a:lstStyle>
        <a:defPPr algn="l">
          <a:defRPr dirty="0" smtClean="0">
            <a:latin typeface="나눔고딕" panose="020D0604000000000000" pitchFamily="50" charset="-127"/>
            <a:ea typeface="나눔고딕" panose="020D0604000000000000" pitchFamily="50" charset="-127"/>
          </a:defRPr>
        </a:defPPr>
      </a:lstStyle>
    </a:tx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81712</TotalTime>
  <Words>356</Words>
  <Application>Microsoft Office PowerPoint</Application>
  <PresentationFormat>A4 용지(210x297mm)</PresentationFormat>
  <Paragraphs>87</Paragraphs>
  <Slides>10</Slides>
  <Notes>6</Notes>
  <HiddenSlides>0</HiddenSlides>
  <MMClips>0</MMClips>
  <ScaleCrop>false</ScaleCrop>
  <HeadingPairs>
    <vt:vector size="6" baseType="variant">
      <vt:variant>
        <vt:lpstr>사용한 글꼴</vt:lpstr>
      </vt:variant>
      <vt:variant>
        <vt:i4>10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10</vt:i4>
      </vt:variant>
    </vt:vector>
  </HeadingPairs>
  <TitlesOfParts>
    <vt:vector size="21" baseType="lpstr">
      <vt:lpstr>KoPub돋움체 Light</vt:lpstr>
      <vt:lpstr>산돌고딕B</vt:lpstr>
      <vt:lpstr>Wingdings</vt:lpstr>
      <vt:lpstr>나눔고딕</vt:lpstr>
      <vt:lpstr>KoPub돋움체 Bold</vt:lpstr>
      <vt:lpstr>KoPub바탕체 Bold</vt:lpstr>
      <vt:lpstr>KoPub돋움체 Medium</vt:lpstr>
      <vt:lpstr>Arial</vt:lpstr>
      <vt:lpstr>나눔스퀘어라운드 Bold</vt:lpstr>
      <vt:lpstr>맑은 고딕</vt:lpstr>
      <vt:lpstr>4_디자인 사용자 지정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슬라이드 1</dc:title>
  <dc:creator>최일훈</dc:creator>
  <cp:lastModifiedBy>YOONS</cp:lastModifiedBy>
  <cp:revision>3764</cp:revision>
  <cp:lastPrinted>2026-03-20T04:25:28Z</cp:lastPrinted>
  <dcterms:created xsi:type="dcterms:W3CDTF">2011-03-02T01:31:16Z</dcterms:created>
  <dcterms:modified xsi:type="dcterms:W3CDTF">2026-08-18T04:30:10Z</dcterms:modified>
</cp:coreProperties>
</file>